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925fd8ff064c1d" /><Relationship Type="http://schemas.openxmlformats.org/officeDocument/2006/relationships/extended-properties" Target="/docProps/app.xml" Id="R5d0e7bda8a454cc6" /><Relationship Type="http://schemas.openxmlformats.org/officeDocument/2006/relationships/officeDocument" Target="/ppt/presentation.xml" Id="R52bd3c44022f40a3" /></Relationships>
</file>

<file path=ppt/presentation.xml><?xml version="1.0" encoding="utf-8"?>
<p:presentation xmlns:p="http://schemas.openxmlformats.org/presentationml/2006/main">
  <p:sldMasterIdLst>
    <p:sldMasterId xmlns:r="http://schemas.openxmlformats.org/officeDocument/2006/relationships" id="2147483648" r:id="Rb8cf399b290445bc"/>
  </p:sldMasterIdLst>
  <p:notesMasterIdLst>
    <p:notesMasterId xmlns:r="http://schemas.openxmlformats.org/officeDocument/2006/relationships" r:id="R94b9a40d4d6e4f60"/>
  </p:notesMasterIdLst>
  <p:sldIdLst>
    <p:sldId xmlns:r="http://schemas.openxmlformats.org/officeDocument/2006/relationships" id="256" r:id="Re16524b985f44cae"/>
    <p:sldId xmlns:r="http://schemas.openxmlformats.org/officeDocument/2006/relationships" id="257" r:id="R915364a809e748bc"/>
    <p:sldId xmlns:r="http://schemas.openxmlformats.org/officeDocument/2006/relationships" id="258" r:id="R3b964e01160b4c59"/>
    <p:sldId xmlns:r="http://schemas.openxmlformats.org/officeDocument/2006/relationships" id="259" r:id="Rbb934edc669c45ba"/>
    <p:sldId xmlns:r="http://schemas.openxmlformats.org/officeDocument/2006/relationships" id="260" r:id="R727a16f08aee4f65"/>
    <p:sldId xmlns:r="http://schemas.openxmlformats.org/officeDocument/2006/relationships" id="261" r:id="R8fc4329da8bc4bf6"/>
    <p:sldId xmlns:r="http://schemas.openxmlformats.org/officeDocument/2006/relationships" id="262" r:id="R12ddfeb6bb7043be"/>
    <p:sldId xmlns:r="http://schemas.openxmlformats.org/officeDocument/2006/relationships" id="263" r:id="R88355c8b00e34417"/>
    <p:sldId xmlns:r="http://schemas.openxmlformats.org/officeDocument/2006/relationships" id="264" r:id="R1656a0915740447a"/>
    <p:sldId xmlns:r="http://schemas.openxmlformats.org/officeDocument/2006/relationships" id="265" r:id="R64f70c1687d043da"/>
    <p:sldId xmlns:r="http://schemas.openxmlformats.org/officeDocument/2006/relationships" id="266" r:id="Re813b164741f409e"/>
    <p:sldId xmlns:r="http://schemas.openxmlformats.org/officeDocument/2006/relationships" id="267" r:id="R8f979a80ac8b4c1c"/>
    <p:sldId xmlns:r="http://schemas.openxmlformats.org/officeDocument/2006/relationships" id="268" r:id="R936f431dea064a7e"/>
    <p:sldId xmlns:r="http://schemas.openxmlformats.org/officeDocument/2006/relationships" id="269" r:id="Rbd396763dcdf4e2e"/>
    <p:sldId xmlns:r="http://schemas.openxmlformats.org/officeDocument/2006/relationships" id="270" r:id="Rc649b72c384146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b1b49f77114ccb" /><Relationship Type="http://schemas.openxmlformats.org/officeDocument/2006/relationships/slideMaster" Target="/ppt/slideMasters/slideMaster1.xml" Id="Rb8cf399b290445bc" /><Relationship Type="http://schemas.openxmlformats.org/officeDocument/2006/relationships/notesMaster" Target="/ppt/notesMasters/notesMaster1.xml" Id="R94b9a40d4d6e4f60" /><Relationship Type="http://schemas.openxmlformats.org/officeDocument/2006/relationships/presProps" Target="/ppt/presProps.xml" Id="Rbf92e4f8c0c94f48" /><Relationship Type="http://schemas.openxmlformats.org/officeDocument/2006/relationships/tableStyles" Target="/ppt/tableStyles.xml" Id="R223f0d1ee82d4228" /><Relationship Type="http://schemas.openxmlformats.org/officeDocument/2006/relationships/slide" Target="/ppt/slides/slide1.xml" Id="Re16524b985f44cae" /><Relationship Type="http://schemas.openxmlformats.org/officeDocument/2006/relationships/slide" Target="/ppt/slides/slide2.xml" Id="R915364a809e748bc" /><Relationship Type="http://schemas.openxmlformats.org/officeDocument/2006/relationships/slide" Target="/ppt/slides/slide3.xml" Id="R3b964e01160b4c59" /><Relationship Type="http://schemas.openxmlformats.org/officeDocument/2006/relationships/slide" Target="/ppt/slides/slide4.xml" Id="Rbb934edc669c45ba" /><Relationship Type="http://schemas.openxmlformats.org/officeDocument/2006/relationships/slide" Target="/ppt/slides/slide5.xml" Id="R727a16f08aee4f65" /><Relationship Type="http://schemas.openxmlformats.org/officeDocument/2006/relationships/slide" Target="/ppt/slides/slide6.xml" Id="R8fc4329da8bc4bf6" /><Relationship Type="http://schemas.openxmlformats.org/officeDocument/2006/relationships/slide" Target="/ppt/slides/slide7.xml" Id="R12ddfeb6bb7043be" /><Relationship Type="http://schemas.openxmlformats.org/officeDocument/2006/relationships/slide" Target="/ppt/slides/slide8.xml" Id="R88355c8b00e34417" /><Relationship Type="http://schemas.openxmlformats.org/officeDocument/2006/relationships/slide" Target="/ppt/slides/slide9.xml" Id="R1656a0915740447a" /><Relationship Type="http://schemas.openxmlformats.org/officeDocument/2006/relationships/slide" Target="/ppt/slides/slide10.xml" Id="R64f70c1687d043da" /><Relationship Type="http://schemas.openxmlformats.org/officeDocument/2006/relationships/slide" Target="/ppt/slides/slide11.xml" Id="Re813b164741f409e" /><Relationship Type="http://schemas.openxmlformats.org/officeDocument/2006/relationships/slide" Target="/ppt/slides/slide12.xml" Id="R8f979a80ac8b4c1c" /><Relationship Type="http://schemas.openxmlformats.org/officeDocument/2006/relationships/slide" Target="/ppt/slides/slide13.xml" Id="R936f431dea064a7e" /><Relationship Type="http://schemas.openxmlformats.org/officeDocument/2006/relationships/slide" Target="/ppt/slides/slide14.xml" Id="Rbd396763dcdf4e2e" /><Relationship Type="http://schemas.openxmlformats.org/officeDocument/2006/relationships/slide" Target="/ppt/slides/slide15.xml" Id="Rc649b72c384146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068f78af214e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0a3f2fa183457a" /><Relationship Type="http://schemas.openxmlformats.org/officeDocument/2006/relationships/notesMaster" Target="/ppt/notesMasters/notesMaster1.xml" Id="R84c2fa8122534a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bd97eca2794c03" /><Relationship Type="http://schemas.openxmlformats.org/officeDocument/2006/relationships/notesMaster" Target="/ppt/notesMasters/notesMaster1.xml" Id="R5b92c8fb14d54b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6ae4c06d464f2a" /><Relationship Type="http://schemas.openxmlformats.org/officeDocument/2006/relationships/notesMaster" Target="/ppt/notesMasters/notesMaster1.xml" Id="R39b0c77ca1f84f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cb762f296a4d5a" /><Relationship Type="http://schemas.openxmlformats.org/officeDocument/2006/relationships/notesMaster" Target="/ppt/notesMasters/notesMaster1.xml" Id="R069de06adf9540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301061e55d4076" /><Relationship Type="http://schemas.openxmlformats.org/officeDocument/2006/relationships/notesMaster" Target="/ppt/notesMasters/notesMaster1.xml" Id="R0c7db860ba3342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ea85c8bf84473c" /><Relationship Type="http://schemas.openxmlformats.org/officeDocument/2006/relationships/notesMaster" Target="/ppt/notesMasters/notesMaster1.xml" Id="Ra225916714ba4e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a362f64505444e" /><Relationship Type="http://schemas.openxmlformats.org/officeDocument/2006/relationships/notesMaster" Target="/ppt/notesMasters/notesMaster1.xml" Id="Rbd0ac0557f9844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52d0f80bc6431b" /><Relationship Type="http://schemas.openxmlformats.org/officeDocument/2006/relationships/notesMaster" Target="/ppt/notesMasters/notesMaster1.xml" Id="Rbdb0218091284c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c1640e59c6485b" /><Relationship Type="http://schemas.openxmlformats.org/officeDocument/2006/relationships/notesMaster" Target="/ppt/notesMasters/notesMaster1.xml" Id="R14de67cb8f9148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61f19c3ff747e0" /><Relationship Type="http://schemas.openxmlformats.org/officeDocument/2006/relationships/notesMaster" Target="/ppt/notesMasters/notesMaster1.xml" Id="R16d27687ef8f4c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7c66dabcaa4ec4" /><Relationship Type="http://schemas.openxmlformats.org/officeDocument/2006/relationships/notesMaster" Target="/ppt/notesMasters/notesMaster1.xml" Id="R24c119bed56547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554fc3e1284036" /><Relationship Type="http://schemas.openxmlformats.org/officeDocument/2006/relationships/notesMaster" Target="/ppt/notesMasters/notesMaster1.xml" Id="Rdee5246298b44e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82e6c8bdb24987" /><Relationship Type="http://schemas.openxmlformats.org/officeDocument/2006/relationships/notesMaster" Target="/ppt/notesMasters/notesMaster1.xml" Id="R402837edcc2944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1ade4f66204533" /><Relationship Type="http://schemas.openxmlformats.org/officeDocument/2006/relationships/notesMaster" Target="/ppt/notesMasters/notesMaster1.xml" Id="R968b4f47633242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9418c0034e45a8" /><Relationship Type="http://schemas.openxmlformats.org/officeDocument/2006/relationships/notesMaster" Target="/ppt/notesMasters/notesMaster1.xml" Id="R82cca61f31a247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15 seconds.</a:t>
            </a:r>
          </a:p>
          <a:p xmlns:a="http://schemas.openxmlformats.org/drawingml/2006/main">
            <a:r>
              <a:t/>
            </a:r>
          </a:p>
          <a:p xmlns:a="http://schemas.openxmlformats.org/drawingml/2006/main">
            <a:r>
              <a:t>AI makes it easier to impersonate politicians and manufacture convincing identities at scale. We examine three documented incidents and ask how democratic participation can be protected while political debate remains open. Our ethical analysis uses Laudon and Laudon’s Figure 4.1.</a:t>
            </a:r>
          </a:p>
          <a:p xmlns:a="http://schemas.openxmlformats.org/drawingml/2006/main">
            <a:r>
              <a:t/>
            </a:r>
          </a:p>
          <a:p xmlns:a="http://schemas.openxmlformats.org/drawingml/2006/main">
            <a:r>
              <a:t>SOURCES</a:t>
            </a:r>
          </a:p>
          <a:p xmlns:a="http://schemas.openxmlformats.org/drawingml/2006/main">
            <a:r>
              <a:t>Laudon &amp; Laudon, Management Information Systems, Chapter 4, Figure 4.1, reproduced in L3 slides, Ch 4, Ethical and social issues_st.pdf, p. 8. Edition and year are not specified.</a:t>
            </a:r>
          </a:p>
          <a:p xmlns:a="http://schemas.openxmlformats.org/drawingml/2006/main">
            <a:r>
              <a:t>Cover photograph: David Iliff, 2014. CC BY-SA 3.0. Cropped. https://commons.wikimedia.org/wiki/File:European_Parliament_Strasbourg_Hemicycle_-_Diliff.jpg</a:t>
            </a:r>
          </a:p>
          <a:p xmlns:a="http://schemas.openxmlformats.org/drawingml/2006/main">
            <a:r>
              <a:t>Licence: https://creativecommons.org/licenses/by-sa/3.0/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40 seconds.</a:t>
            </a:r>
          </a:p>
          <a:p xmlns:a="http://schemas.openxmlformats.org/drawingml/2006/main">
            <a:r>
              <a:t/>
            </a:r>
          </a:p>
          <a:p xmlns:a="http://schemas.openxmlformats.org/drawingml/2006/main">
            <a:r>
              <a:t>The distinction between misinformation and disinformation concerns the intention behind sharing. A citizen may share a post in good faith even though its creator deliberately fabricated it. Deepfakes can imitate voices as well as images. A fabricated profile can also conceal the real actor. AI-generated content can be accurate, and disinformation can be entirely human-made. We therefore examine the source, the content and its distribution separately. A recommender system need not create a post to influence who encounters it. That creates a separate question of platform responsibility.</a:t>
            </a:r>
          </a:p>
          <a:p xmlns:a="http://schemas.openxmlformats.org/drawingml/2006/main">
            <a:r>
              <a:t/>
            </a:r>
          </a:p>
          <a:p xmlns:a="http://schemas.openxmlformats.org/drawingml/2006/main">
            <a:r>
              <a:t>SOURCES</a:t>
            </a:r>
          </a:p>
          <a:p xmlns:a="http://schemas.openxmlformats.org/drawingml/2006/main">
            <a:r>
              <a:t>https://merlin.obs.coe.int/article/8092</a:t>
            </a:r>
          </a:p>
          <a:p xmlns:a="http://schemas.openxmlformats.org/drawingml/2006/main">
            <a:r>
              <a:t>https://digital-strategy.ec.europa.eu/en/faqs/transparency-obligations-under-article-50-ai-act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35 seconds.</a:t>
            </a:r>
          </a:p>
          <a:p xmlns:a="http://schemas.openxmlformats.org/drawingml/2006/main">
            <a:r>
              <a:t/>
            </a:r>
          </a:p>
          <a:p xmlns:a="http://schemas.openxmlformats.org/drawingml/2006/main">
            <a:r>
              <a:t>The model explains how new information technology creates ripple effects at individual, societal and political levels. The five moral dimensions cut across those levels. Information rights concern personal data and reliable information about the source. Property rights raise questions about protected material and permission to use it. Accountability requires someone to answer for decisions and a way to investigate them. System quality concerns errors and safeguards. Quality of life includes meaningful participation in democracy. We apply the model to three cases and then compare the results.</a:t>
            </a:r>
          </a:p>
          <a:p xmlns:a="http://schemas.openxmlformats.org/drawingml/2006/main">
            <a:r>
              <a:t/>
            </a:r>
          </a:p>
          <a:p xmlns:a="http://schemas.openxmlformats.org/drawingml/2006/main">
            <a:r>
              <a:t>SOURCES</a:t>
            </a:r>
          </a:p>
          <a:p xmlns:a="http://schemas.openxmlformats.org/drawingml/2006/main">
            <a:r>
              <a:t>Laudon &amp; Laudon, Management Information Systems, Chapter 4, Figure 4.1, reproduced in L3 slides, Ch 4, Ethical and social issues_st.pdf, p. 8. Edition and year are not specified.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60 seconds.</a:t>
            </a:r>
          </a:p>
          <a:p xmlns:a="http://schemas.openxmlformats.org/drawingml/2006/main">
            <a:r>
              <a:t/>
            </a:r>
          </a:p>
          <a:p xmlns:a="http://schemas.openxmlformats.org/drawingml/2006/main">
            <a:r>
              <a:t>The calls arrived two days before the primary. Voters received the deceptive message, while Biden’s identity was misused. Caller ID spoofing also made the calls appear to come from a local political figure. The ethical problem is that the recipient lacks important information about who is trying to influence them. The FCC made an administrative decision concerning misleading caller identification. That differs from the state criminal prosecution, which ended in a jury acquittal. Administrative penalties, criminal guilt and our ethical assessment therefore require separate judgments. The sources establish the calls and the authorities’ response, but do not establish how many voters stayed home because of the message.</a:t>
            </a:r>
          </a:p>
          <a:p xmlns:a="http://schemas.openxmlformats.org/drawingml/2006/main">
            <a:r>
              <a:t/>
            </a:r>
          </a:p>
          <a:p xmlns:a="http://schemas.openxmlformats.org/drawingml/2006/main">
            <a:r>
              <a:t>SOURCES</a:t>
            </a:r>
          </a:p>
          <a:p xmlns:a="http://schemas.openxmlformats.org/drawingml/2006/main">
            <a:r>
              <a:t>https://docs.fcc.gov/public/attachments/DOC-405811A1.pdf</a:t>
            </a:r>
          </a:p>
          <a:p xmlns:a="http://schemas.openxmlformats.org/drawingml/2006/main">
            <a:r>
              <a:t>https://docs.fcc.gov/public/attachments/FCC-24-104A1_Rcd.pdf</a:t>
            </a:r>
          </a:p>
          <a:p xmlns:a="http://schemas.openxmlformats.org/drawingml/2006/main">
            <a:r>
              <a:t>https://www.nhpr.org/nh-news/2025-06-13/political-operative-fake-biden-robocalls-nh-primary-found-not-guilty</a:t>
            </a:r>
          </a:p>
          <a:p xmlns:a="http://schemas.openxmlformats.org/drawingml/2006/main">
            <a:r>
              <a:t>Image source: https://commons.wikimedia.org/wiki/File:Joe_Biden_2021_(4x5).png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60 seconds.</a:t>
            </a:r>
          </a:p>
          <a:p xmlns:a="http://schemas.openxmlformats.org/drawingml/2006/main">
            <a:r>
              <a:t/>
            </a:r>
          </a:p>
          <a:p xmlns:a="http://schemas.openxmlformats.org/drawingml/2006/main">
            <a:r>
              <a:t>Timing is central to this case. A correction may be accurate and still arrive too late to reach the same audience before an election. The recording targeted both a politician and a journalist, creating a risk to trust in political representation and independent media. That is our risk assessment, rather than a measured change in votes. Although some people who shared the recording can be identified, AFP does not establish who originally produced it. Primary responsibility lies with a deliberate fabricator. Sharers and platforms should be assessed according to their knowledge and their opportunities to respond.</a:t>
            </a:r>
          </a:p>
          <a:p xmlns:a="http://schemas.openxmlformats.org/drawingml/2006/main">
            <a:r>
              <a:t/>
            </a:r>
          </a:p>
          <a:p xmlns:a="http://schemas.openxmlformats.org/drawingml/2006/main">
            <a:r>
              <a:t>SOURCES</a:t>
            </a:r>
          </a:p>
          <a:p xmlns:a="http://schemas.openxmlformats.org/drawingml/2006/main">
            <a:r>
              <a:t>https://fakty.afp.com/doc.afp.com.33WY9LF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55 seconds.</a:t>
            </a:r>
          </a:p>
          <a:p xmlns:a="http://schemas.openxmlformats.org/drawingml/2006/main">
            <a:r>
              <a:t/>
            </a:r>
          </a:p>
          <a:p xmlns:a="http://schemas.openxmlformats.org/drawingml/2006/main">
            <a:r>
              <a:t>AI helped manufacture credible identities, while automation supported the accounts’ activity. The FBI describes accounts able to post, like and repost material. Citizens could therefore encounter state-organised messaging presented as spontaneous contributions from fellow citizens. That makes it harder to judge the source’s interests. The link to RT and the FSB is the authorities’ attribution, which we report as such. The account count measures the identified network, rather than the number of persuaded voters. The platform has its own responsibility to detect coordinated manipulation and support investigation.</a:t>
            </a:r>
          </a:p>
          <a:p xmlns:a="http://schemas.openxmlformats.org/drawingml/2006/main">
            <a:r>
              <a:t/>
            </a:r>
          </a:p>
          <a:p xmlns:a="http://schemas.openxmlformats.org/drawingml/2006/main">
            <a:r>
              <a:t>SOURCES</a:t>
            </a:r>
          </a:p>
          <a:p xmlns:a="http://schemas.openxmlformats.org/drawingml/2006/main">
            <a:r>
              <a:t>https://www.justice.gov/archives/opa/pr/justice-department-leads-efforts-among-federal-international-and-private-sector-partners</a:t>
            </a:r>
          </a:p>
          <a:p xmlns:a="http://schemas.openxmlformats.org/drawingml/2006/main">
            <a:r>
              <a:t>https://www.ic3.gov/Media/News/2024/240709.pdf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35 seconds.</a:t>
            </a:r>
          </a:p>
          <a:p xmlns:a="http://schemas.openxmlformats.org/drawingml/2006/main">
            <a:r>
              <a:t/>
            </a:r>
          </a:p>
          <a:p xmlns:a="http://schemas.openxmlformats.org/drawingml/2006/main">
            <a:r>
              <a:t>The cases concern manipulation, but we should also examine how platforms decide what people see. Research does not establish one universal effect. In the Meta experiment, a chronological feed changed content exposure without a detectable change in polarisation during the study period. A subsequently published X experiment found changes in certain political attitudes when the algorithm was switched on. Neither finding establishes that our three incidents determined an election. Ethical problems can still be serious when a precise effect on voting is difficult to measure.</a:t>
            </a:r>
          </a:p>
          <a:p xmlns:a="http://schemas.openxmlformats.org/drawingml/2006/main">
            <a:r>
              <a:t/>
            </a:r>
          </a:p>
          <a:p xmlns:a="http://schemas.openxmlformats.org/drawingml/2006/main">
            <a:r>
              <a:t>SOURCES</a:t>
            </a:r>
          </a:p>
          <a:p xmlns:a="http://schemas.openxmlformats.org/drawingml/2006/main">
            <a:r>
              <a:t>https://doi.org/10.1126/science.abp9364</a:t>
            </a:r>
          </a:p>
          <a:p xmlns:a="http://schemas.openxmlformats.org/drawingml/2006/main">
            <a:r>
              <a:t>https://doi.org/10.1038/s41586-026-10098-2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40 seconds.</a:t>
            </a:r>
          </a:p>
          <a:p xmlns:a="http://schemas.openxmlformats.org/drawingml/2006/main">
            <a:r>
              <a:t/>
            </a:r>
          </a:p>
          <a:p xmlns:a="http://schemas.openxmlformats.org/drawingml/2006/main">
            <a:r>
              <a:t>This comparison applies all three levels to each case. At the individual level, we examine autonomy and the rights of people being impersonated. At the societal level, we consider participation and trust in the shared information environment. At the political level, we consider rules and legitimate intervention. Property rights include permission to use protected material. System quality concerns authentication, error and platform response. Quality of life includes participation in public life without systematic deception. Broader democratic risks are our analytical assessment and should remain distinct from measured consequences.</a:t>
            </a:r>
          </a:p>
          <a:p xmlns:a="http://schemas.openxmlformats.org/drawingml/2006/main">
            <a:r>
              <a:t/>
            </a:r>
          </a:p>
          <a:p xmlns:a="http://schemas.openxmlformats.org/drawingml/2006/main">
            <a:r>
              <a:t>SOURCES</a:t>
            </a:r>
          </a:p>
          <a:p xmlns:a="http://schemas.openxmlformats.org/drawingml/2006/main">
            <a:r>
              <a:t>Laudon &amp; Laudon, Management Information Systems, Chapter 4, Figure 4.1, reproduced in L3 slides, Ch 4, Ethical and social issues_st.pdf, p. 8. Edition and year are not specified.</a:t>
            </a:r>
          </a:p>
          <a:p xmlns:a="http://schemas.openxmlformats.org/drawingml/2006/main">
            <a:r>
              <a:t>https://docs.fcc.gov/public/attachments/DOC-405811A1.pdf</a:t>
            </a:r>
          </a:p>
          <a:p xmlns:a="http://schemas.openxmlformats.org/drawingml/2006/main">
            <a:r>
              <a:t>https://fakty.afp.com/doc.afp.com.33WY9LF</a:t>
            </a:r>
          </a:p>
          <a:p xmlns:a="http://schemas.openxmlformats.org/drawingml/2006/main">
            <a:r>
              <a:t>https://www.justice.gov/archives/opa/pr/justice-department-leads-efforts-among-federal-international-and-private-sector-partners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35 seconds.</a:t>
            </a:r>
          </a:p>
          <a:p xmlns:a="http://schemas.openxmlformats.org/drawingml/2006/main">
            <a:r>
              <a:t/>
            </a:r>
          </a:p>
          <a:p xmlns:a="http://schemas.openxmlformats.org/drawingml/2006/main">
            <a:r>
              <a:t>Accountability means that an actor can answer for its decisions. Control concerns safeguards that prevent harm and mechanisms that correct it. We propose allocating duties according to knowledge, capability and actual control. Citizens can question a source, but rarely have access to account data and distribution logs. Platforms can investigate networks, while authorities can use lawful investigative powers. A sound system must also correct mistaken interventions. Affected people should receive reasons and have access to an appeal, and researchers should be able to scrutinise the platform’s assessments.</a:t>
            </a:r>
          </a:p>
          <a:p xmlns:a="http://schemas.openxmlformats.org/drawingml/2006/main">
            <a:r>
              <a:t/>
            </a:r>
          </a:p>
          <a:p xmlns:a="http://schemas.openxmlformats.org/drawingml/2006/main">
            <a:r>
              <a:t>SOURCES</a:t>
            </a:r>
          </a:p>
          <a:p xmlns:a="http://schemas.openxmlformats.org/drawingml/2006/main">
            <a:r>
              <a:t>Laudon &amp; Laudon, Management Information Systems, Chapter 4, Figure 4.1, reproduced in L3 slides, Ch 4, Ethical and social issues_st.pdf, p. 8. Edition and year are not specified.</a:t>
            </a:r>
          </a:p>
          <a:p xmlns:a="http://schemas.openxmlformats.org/drawingml/2006/main">
            <a:r>
              <a:t>https://digital-strategy.ec.europa.eu/en/library/guidelines-providers-vlops-and-vloses-mitigation-systemic-risks-electoral-processes</a:t>
            </a:r>
          </a:p>
          <a:p xmlns:a="http://schemas.openxmlformats.org/drawingml/2006/main">
            <a:r>
              <a:t>https://www.nhpr.org/nh-news/2025-06-13/political-operative-fake-biden-robocalls-nh-primary-found-not-guilty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50 seconds.</a:t>
            </a:r>
          </a:p>
          <a:p xmlns:a="http://schemas.openxmlformats.org/drawingml/2006/main">
            <a:r>
              <a:t/>
            </a:r>
          </a:p>
          <a:p xmlns:a="http://schemas.openxmlformats.org/drawingml/2006/main">
            <a:r>
              <a:t>Caller authentication and telecom customer checks are relevant to the Biden case, but cannot alone prove that a message is true. In Slovakia, the timing points to the need for a response team that can verify a report quickly and circulate a correction. In Meliorator, coordination between accounts matters more than the wording of a single post. Labels and detectors can help, but the absence of a label does not establish authenticity, and detectors can be wrong. We therefore combine technical safeguards with organisational responsibility and independent scrutiny. Solutions should also be evaluated through their error rates and the ability to challenge decisions.</a:t>
            </a:r>
          </a:p>
          <a:p xmlns:a="http://schemas.openxmlformats.org/drawingml/2006/main">
            <a:r>
              <a:t/>
            </a:r>
          </a:p>
          <a:p xmlns:a="http://schemas.openxmlformats.org/drawingml/2006/main">
            <a:r>
              <a:t>SOURCES</a:t>
            </a:r>
          </a:p>
          <a:p xmlns:a="http://schemas.openxmlformats.org/drawingml/2006/main">
            <a:r>
              <a:t>https://docs.fcc.gov/public/attachments/DOC-405811A1.pdf</a:t>
            </a:r>
          </a:p>
          <a:p xmlns:a="http://schemas.openxmlformats.org/drawingml/2006/main">
            <a:r>
              <a:t>https://www.ic3.gov/Media/News/2024/240709.pdf</a:t>
            </a:r>
          </a:p>
          <a:p xmlns:a="http://schemas.openxmlformats.org/drawingml/2006/main">
            <a:r>
              <a:t>https://digital-strategy.ec.europa.eu/en/library/guidelines-providers-vlops-and-vloses-mitigation-systemic-risks-electoral-processes</a:t>
            </a:r>
          </a:p>
          <a:p xmlns:a="http://schemas.openxmlformats.org/drawingml/2006/main">
            <a:r>
              <a:t>https://digital-strategy.ec.europa.eu/en/faqs/transparency-obligations-under-article-50-ai-act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40 seconds.</a:t>
            </a:r>
          </a:p>
          <a:p xmlns:a="http://schemas.openxmlformats.org/drawingml/2006/main">
            <a:r>
              <a:t/>
            </a:r>
          </a:p>
          <a:p xmlns:a="http://schemas.openxmlformats.org/drawingml/2006/main">
            <a:r>
              <a:t>The AI Act distinguishes the provider’s technical marking from the deployer’s disclosure of deepfake content. The rules have a defined scope and qualifications, including specific treatment of art and satire. AI-generated public-interest text also has particular rules, including an exemption involving substantive human review or editorial control with responsibility. A blanket requirement to label everything involving AI would therefore oversimplify the law. The DSA requires risk mitigation by the designated very large services. Our normative point is that measures against deception need transparency and due process, so moderation does not arbitrarily close political debate.</a:t>
            </a:r>
          </a:p>
          <a:p xmlns:a="http://schemas.openxmlformats.org/drawingml/2006/main">
            <a:r>
              <a:t/>
            </a:r>
          </a:p>
          <a:p xmlns:a="http://schemas.openxmlformats.org/drawingml/2006/main">
            <a:r>
              <a:t>SOURCES</a:t>
            </a:r>
          </a:p>
          <a:p xmlns:a="http://schemas.openxmlformats.org/drawingml/2006/main">
            <a:r>
              <a:t>https://digital-strategy.ec.europa.eu/en/faqs/transparency-obligations-under-article-50-ai-act</a:t>
            </a:r>
          </a:p>
          <a:p xmlns:a="http://schemas.openxmlformats.org/drawingml/2006/main">
            <a:r>
              <a:t>https://digital-strategy.ec.europa.eu/en/factpages/quick-facts-transparency-rules-ai-systems</a:t>
            </a:r>
          </a:p>
          <a:p xmlns:a="http://schemas.openxmlformats.org/drawingml/2006/main">
            <a:r>
              <a:t>https://digital-strategy.ec.europa.eu/en/library/guidelines-providers-vlops-and-vloses-mitigation-systemic-risks-electoral-processes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20 seconds.</a:t>
            </a:r>
          </a:p>
          <a:p xmlns:a="http://schemas.openxmlformats.org/drawingml/2006/main">
            <a:r>
              <a:t/>
            </a:r>
          </a:p>
          <a:p xmlns:a="http://schemas.openxmlformats.org/drawingml/2006/main">
            <a:r>
              <a:t>Our answer is that harm emerges through the interaction of production, distribution and failures of accountability. An AI detector alone is therefore insufficient. The Danish example is hypothetical and illustrates our recommendation: a brief, reasoned response, rapid verification, and opportunities for correction and appeal. Whether a particular intervention is justified depends on evidence, severity and timing. The goal is to protect participation without turning uncertainty into a reason for arbitrary restrictions.</a:t>
            </a:r>
          </a:p>
          <a:p xmlns:a="http://schemas.openxmlformats.org/drawingml/2006/main">
            <a:r>
              <a:t/>
            </a:r>
          </a:p>
          <a:p xmlns:a="http://schemas.openxmlformats.org/drawingml/2006/main">
            <a:r>
              <a:t>SOURCES</a:t>
            </a:r>
          </a:p>
          <a:p xmlns:a="http://schemas.openxmlformats.org/drawingml/2006/main">
            <a:r>
              <a:t>Laudon &amp; Laudon, Management Information Systems, Chapter 4, Figure 4.1, reproduced in L3 slides, Ch 4, Ethical and social issues_st.pdf, p. 8. Edition and year are not specified.</a:t>
            </a:r>
          </a:p>
          <a:p xmlns:a="http://schemas.openxmlformats.org/drawingml/2006/main">
            <a:r>
              <a:t>https://digital-strategy.ec.europa.eu/en/library/guidelines-providers-vlops-and-vloses-mitigation-systemic-risks-electoral-processes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35 seconds.</a:t>
            </a:r>
          </a:p>
          <a:p xmlns:a="http://schemas.openxmlformats.org/drawingml/2006/main">
            <a:r>
              <a:t/>
            </a:r>
          </a:p>
          <a:p xmlns:a="http://schemas.openxmlformats.org/drawingml/2006/main">
            <a:r>
              <a:t>Read the scenario aloud. Ask the other groups to select A, B, C or D and explain their reasoning. Allow roughly 30 seconds of discussion. Keep the next slide hidden until they have answered. The correct answer is B. If needed, ask who can access evidence, what an AI label achieves, and what happens if the platform makes a mistake.</a:t>
            </a:r>
          </a:p>
          <a:p xmlns:a="http://schemas.openxmlformats.org/drawingml/2006/main">
            <a:r>
              <a:t/>
            </a:r>
          </a:p>
          <a:p xmlns:a="http://schemas.openxmlformats.org/drawingml/2006/main">
            <a:r>
              <a:t>SOURCES</a:t>
            </a:r>
          </a:p>
          <a:p xmlns:a="http://schemas.openxmlformats.org/drawingml/2006/main">
            <a:r>
              <a:t>Laudon &amp; Laudon, Management Information Systems, Chapter 4, Figure 4.1, reproduced in L3 slides, Ch 4, Ethical and social issues_st.pdf, p. 8. Edition and year are not specified.</a:t>
            </a:r>
          </a:p>
          <a:p xmlns:a="http://schemas.openxmlformats.org/drawingml/2006/main">
            <a:r>
              <a:t>https://digital-strategy.ec.europa.eu/en/library/guidelines-providers-vlops-and-vloses-mitigation-systemic-risks-electoral-processes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15 seconds.</a:t>
            </a:r>
          </a:p>
          <a:p xmlns:a="http://schemas.openxmlformats.org/drawingml/2006/main">
            <a:r>
              <a:t/>
            </a:r>
          </a:p>
          <a:p xmlns:a="http://schemas.openxmlformats.org/drawingml/2006/main">
            <a:r>
              <a:t>B best follows our ethical analysis. It takes the risk seriously and assigns responsibility to actors able to investigate and act, while requiring reasons and an appeal. A is an excessively broad restriction. C does not address the potential harm of continuing to distribute deceptive impersonation. D treats an uncertain technical assessment as a final judgment. The question tests the combination of accountability, system quality and political rights.</a:t>
            </a:r>
          </a:p>
          <a:p xmlns:a="http://schemas.openxmlformats.org/drawingml/2006/main">
            <a:r>
              <a:t/>
            </a:r>
          </a:p>
          <a:p xmlns:a="http://schemas.openxmlformats.org/drawingml/2006/main">
            <a:r>
              <a:t>SOURCES</a:t>
            </a:r>
          </a:p>
          <a:p xmlns:a="http://schemas.openxmlformats.org/drawingml/2006/main">
            <a:r>
              <a:t>Laudon &amp; Laudon, Management Information Systems, Chapter 4, Figure 4.1, reproduced in L3 slides, Ch 4, Ethical and social issues_st.pdf, p. 8. Edition and year are not specified.</a:t>
            </a:r>
          </a:p>
          <a:p xmlns:a="http://schemas.openxmlformats.org/drawingml/2006/main">
            <a:r>
              <a:t>https://digital-strategy.ec.europa.eu/en/library/guidelines-providers-vlops-and-vloses-mitigation-systemic-risks-electoral-processes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approximately 0 seconds.</a:t>
            </a:r>
          </a:p>
          <a:p xmlns:a="http://schemas.openxmlformats.org/drawingml/2006/main">
            <a:r>
              <a:t/>
            </a:r>
          </a:p>
          <a:p xmlns:a="http://schemas.openxmlformats.org/drawingml/2006/main">
            <a:r>
              <a:t>References on the slides use the numbering shown here. The photographs document the relevant people and posts. The Parliament photograph illustrates a democratic institution in 2014, and the Biden image is his official 2021 portrait. Neither photograph depicts the incident itself. The red cross on the Slovak source image comes from AFP’s fact-check. Full source and image links follow.</a:t>
            </a:r>
          </a:p>
          <a:p xmlns:a="http://schemas.openxmlformats.org/drawingml/2006/main">
            <a:r>
              <a:t/>
            </a:r>
          </a:p>
          <a:p xmlns:a="http://schemas.openxmlformats.org/drawingml/2006/main">
            <a:r>
              <a:t>SOURCES</a:t>
            </a:r>
          </a:p>
          <a:p xmlns:a="http://schemas.openxmlformats.org/drawingml/2006/main">
            <a:r>
              <a:t>Laudon &amp; Laudon, Management Information Systems, Chapter 4, Figure 4.1, reproduced in L3 slides, Ch 4, Ethical and social issues_st.pdf, p. 8. Edition and year are not specified.</a:t>
            </a:r>
          </a:p>
          <a:p xmlns:a="http://schemas.openxmlformats.org/drawingml/2006/main">
            <a:r>
              <a:t>https://merlin.obs.coe.int/article/8092</a:t>
            </a:r>
          </a:p>
          <a:p xmlns:a="http://schemas.openxmlformats.org/drawingml/2006/main">
            <a:r>
              <a:t>https://docs.fcc.gov/public/attachments/DOC-405811A1.pdf</a:t>
            </a:r>
          </a:p>
          <a:p xmlns:a="http://schemas.openxmlformats.org/drawingml/2006/main">
            <a:r>
              <a:t>https://docs.fcc.gov/public/attachments/FCC-24-104A1_Rcd.pdf</a:t>
            </a:r>
          </a:p>
          <a:p xmlns:a="http://schemas.openxmlformats.org/drawingml/2006/main">
            <a:r>
              <a:t>https://www.nhpr.org/nh-news/2025-06-13/political-operative-fake-biden-robocalls-nh-primary-found-not-guilty</a:t>
            </a:r>
          </a:p>
          <a:p xmlns:a="http://schemas.openxmlformats.org/drawingml/2006/main">
            <a:r>
              <a:t>https://fakty.afp.com/doc.afp.com.33WY9LF</a:t>
            </a:r>
          </a:p>
          <a:p xmlns:a="http://schemas.openxmlformats.org/drawingml/2006/main">
            <a:r>
              <a:t>https://www.justice.gov/archives/opa/pr/justice-department-leads-efforts-among-federal-international-and-private-sector-partners</a:t>
            </a:r>
          </a:p>
          <a:p xmlns:a="http://schemas.openxmlformats.org/drawingml/2006/main">
            <a:r>
              <a:t>https://www.ic3.gov/Media/News/2024/240709.pdf</a:t>
            </a:r>
          </a:p>
          <a:p xmlns:a="http://schemas.openxmlformats.org/drawingml/2006/main">
            <a:r>
              <a:t>https://doi.org/10.1126/science.abp9364</a:t>
            </a:r>
          </a:p>
          <a:p xmlns:a="http://schemas.openxmlformats.org/drawingml/2006/main">
            <a:r>
              <a:t>https://doi.org/10.1038/s41586-026-10098-2</a:t>
            </a:r>
          </a:p>
          <a:p xmlns:a="http://schemas.openxmlformats.org/drawingml/2006/main">
            <a:r>
              <a:t>https://digital-strategy.ec.europa.eu/en/faqs/transparency-obligations-under-article-50-ai-act</a:t>
            </a:r>
          </a:p>
          <a:p xmlns:a="http://schemas.openxmlformats.org/drawingml/2006/main">
            <a:r>
              <a:t>https://digital-strategy.ec.europa.eu/en/factpages/quick-facts-transparency-rules-ai-systems</a:t>
            </a:r>
          </a:p>
          <a:p xmlns:a="http://schemas.openxmlformats.org/drawingml/2006/main">
            <a:r>
              <a:t>https://digital-strategy.ec.europa.eu/en/library/guidelines-providers-vlops-and-vloses-mitigation-systemic-risks-electoral-processes</a:t>
            </a:r>
          </a:p>
          <a:p xmlns:a="http://schemas.openxmlformats.org/drawingml/2006/main">
            <a:r>
              <a:t>https://commons.wikimedia.org/wiki/File:European_Parliament_Strasbourg_Hemicycle_-_Diliff.jpg</a:t>
            </a:r>
          </a:p>
          <a:p xmlns:a="http://schemas.openxmlformats.org/drawingml/2006/main">
            <a:r>
              <a:t>https://commons.wikimedia.org/wiki/File:Joe_Biden_2021_(4x5).png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b41a2bbd6848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10b7032c4e43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7ad442084b4e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8d3af5923d4d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88a68914f245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65b012be764d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B980F6-94EF-41B8-962A-52C3140057B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A88219-2AFA-4F51-9C85-ADF0A0D674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2B4BD5-CC69-4CD9-9D2F-E752091AD7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4B0474-FEEB-487D-AB67-3F1CA1CC78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32144F-5775-4462-9628-AF743FF2F8A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9F453B-871D-4E38-AC8E-39FDDF5B60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D30E2B-030C-4242-9D82-5A877C46E0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57FBEB-27C8-4CA7-AFDF-A9EC8D9F1A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A5EC11-FC62-43BA-AEFC-1426C8CD15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539EE8-B981-45A5-9A19-03A33775EA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ecd93f8ba44741" /><Relationship Type="http://schemas.openxmlformats.org/officeDocument/2006/relationships/slideLayout" Target="/ppt/slideLayouts/slideLayout1.xml" Id="R4f37da9684984f92" /><Relationship Type="http://schemas.openxmlformats.org/officeDocument/2006/relationships/slideLayout" Target="/ppt/slideLayouts/slideLayout2.xml" Id="Ra61bf3d791fb4862" /><Relationship Type="http://schemas.openxmlformats.org/officeDocument/2006/relationships/slideLayout" Target="/ppt/slideLayouts/slideLayout3.xml" Id="Rec11121857fa462f" /><Relationship Type="http://schemas.openxmlformats.org/officeDocument/2006/relationships/slideLayout" Target="/ppt/slideLayouts/slideLayout4.xml" Id="Red3a78268dc94dd3" /><Relationship Type="http://schemas.openxmlformats.org/officeDocument/2006/relationships/slideLayout" Target="/ppt/slideLayouts/slideLayout5.xml" Id="R19504b4c41da49ff" /><Relationship Type="http://schemas.openxmlformats.org/officeDocument/2006/relationships/slideLayout" Target="/ppt/slideLayouts/slideLayout6.xml" Id="R9824bbdec0ab48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37da9684984f92"/>
    <p:sldLayoutId xmlns:r="http://schemas.openxmlformats.org/officeDocument/2006/relationships" id="2147483650" r:id="Ra61bf3d791fb4862"/>
    <p:sldLayoutId xmlns:r="http://schemas.openxmlformats.org/officeDocument/2006/relationships" id="2147483651" r:id="Rec11121857fa462f"/>
    <p:sldLayoutId xmlns:r="http://schemas.openxmlformats.org/officeDocument/2006/relationships" id="2147483652" r:id="Red3a78268dc94dd3"/>
    <p:sldLayoutId xmlns:r="http://schemas.openxmlformats.org/officeDocument/2006/relationships" id="2147483653" r:id="R19504b4c41da49ff"/>
    <p:sldLayoutId xmlns:r="http://schemas.openxmlformats.org/officeDocument/2006/relationships" id="2147483654" r:id="R9824bbdec0ab48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b967d2f18d7466a" /><Relationship Type="http://schemas.openxmlformats.org/officeDocument/2006/relationships/image" Target="/ppt/media/image.jpeg" Id="Re1f99b7334f34c3e" /><Relationship Type="http://schemas.openxmlformats.org/officeDocument/2006/relationships/notesSlide" Target="/ppt/notesSlides/notesSlide1.xml" Id="R83835d1ce14940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43593a113e45dd" /><Relationship Type="http://schemas.openxmlformats.org/officeDocument/2006/relationships/notesSlide" Target="/ppt/notesSlides/notesSlide2.xml" Id="R935277e3c74244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d366894ac34533" /><Relationship Type="http://schemas.openxmlformats.org/officeDocument/2006/relationships/notesSlide" Target="/ppt/notesSlides/notesSlide3.xml" Id="R8d5547df4d2e47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d77c22833f4279" /><Relationship Type="http://schemas.openxmlformats.org/officeDocument/2006/relationships/image" Target="/ppt/media/image2.jpeg" Id="Rbd48133e606348f9" /><Relationship Type="http://schemas.openxmlformats.org/officeDocument/2006/relationships/notesSlide" Target="/ppt/notesSlides/notesSlide4.xml" Id="R00ff92a6c9c445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11fc0806bf4b60" /><Relationship Type="http://schemas.openxmlformats.org/officeDocument/2006/relationships/image" Target="/ppt/media/image3.jpeg" Id="R6a2f7b8adcb443b4" /><Relationship Type="http://schemas.openxmlformats.org/officeDocument/2006/relationships/notesSlide" Target="/ppt/notesSlides/notesSlide5.xml" Id="R2265c0da38ae47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7b02fb4ea34f21" /><Relationship Type="http://schemas.openxmlformats.org/officeDocument/2006/relationships/image" Target="/ppt/media/image4.jpeg" Id="Rb79e2e4828634c03" /><Relationship Type="http://schemas.openxmlformats.org/officeDocument/2006/relationships/notesSlide" Target="/ppt/notesSlides/notesSlide6.xml" Id="Rf886be51b47e45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1f2fe1d3c9249d4" /><Relationship Type="http://schemas.openxmlformats.org/officeDocument/2006/relationships/notesSlide" Target="/ppt/notesSlides/notesSlide7.xml" Id="R03f7b6d2d59945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e7f7f76177b42a0" /><Relationship Type="http://schemas.openxmlformats.org/officeDocument/2006/relationships/notesSlide" Target="/ppt/notesSlides/notesSlide8.xml" Id="R0e7397f91aaf41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30a6eeb685468e" /><Relationship Type="http://schemas.openxmlformats.org/officeDocument/2006/relationships/notesSlide" Target="/ppt/notesSlides/notesSlide9.xml" Id="R35caf9770e9d4a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f4002749844f32" /><Relationship Type="http://schemas.openxmlformats.org/officeDocument/2006/relationships/notesSlide" Target="/ppt/notesSlides/notesSlide10.xml" Id="Rfdbad981d97349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4198f2a9684b71" /><Relationship Type="http://schemas.openxmlformats.org/officeDocument/2006/relationships/notesSlide" Target="/ppt/notesSlides/notesSlide11.xml" Id="Rc19bb1615f6741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8e5815218a64d34" /><Relationship Type="http://schemas.openxmlformats.org/officeDocument/2006/relationships/notesSlide" Target="/ppt/notesSlides/notesSlide12.xml" Id="Re437a7911e674f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cc9462c37ae4a4a" /><Relationship Type="http://schemas.openxmlformats.org/officeDocument/2006/relationships/notesSlide" Target="/ppt/notesSlides/notesSlide13.xml" Id="R5a505a8c439c42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331913dabfb43cb" /><Relationship Type="http://schemas.openxmlformats.org/officeDocument/2006/relationships/notesSlide" Target="/ppt/notesSlides/notesSlide14.xml" Id="Reef541ca8c744a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145fc2e19744a89" /><Relationship Type="http://schemas.openxmlformats.org/officeDocument/2006/relationships/hyperlink" Target="https://merlin.obs.coe.int/article/8092" TargetMode="External" Id="Rccd89eb805b2421e" /><Relationship Type="http://schemas.openxmlformats.org/officeDocument/2006/relationships/hyperlink" Target="https://docs.fcc.gov/public/attachments/DOC-405811A1.pdf" TargetMode="External" Id="R745cbdcf5b574ae5" /><Relationship Type="http://schemas.openxmlformats.org/officeDocument/2006/relationships/hyperlink" Target="https://www.nhpr.org/nh-news/2025-06-13/political-operative-fake-biden-robocalls-nh-primary-found-not-guilty" TargetMode="External" Id="R93d5ecd0e0d045d3" /><Relationship Type="http://schemas.openxmlformats.org/officeDocument/2006/relationships/hyperlink" Target="https://fakty.afp.com/doc.afp.com.33WY9LF" TargetMode="External" Id="R503abbe9422543b9" /><Relationship Type="http://schemas.openxmlformats.org/officeDocument/2006/relationships/hyperlink" Target="https://www.justice.gov/archives/opa/pr/justice-department-leads-efforts-among-federal-international-and-private-sector-partners" TargetMode="External" Id="R61915da4db1e4157" /><Relationship Type="http://schemas.openxmlformats.org/officeDocument/2006/relationships/hyperlink" Target="https://www.ic3.gov/Media/News/2024/240709.pdf" TargetMode="External" Id="R96d126714ede423e" /><Relationship Type="http://schemas.openxmlformats.org/officeDocument/2006/relationships/hyperlink" Target="https://doi.org/10.1126/science.abp9364" TargetMode="External" Id="Ra8a606ac2f044ec3" /><Relationship Type="http://schemas.openxmlformats.org/officeDocument/2006/relationships/hyperlink" Target="https://doi.org/10.1038/s41586-026-10098-2" TargetMode="External" Id="R092f143921a441a9" /><Relationship Type="http://schemas.openxmlformats.org/officeDocument/2006/relationships/hyperlink" Target="https://digital-strategy.ec.europa.eu/en/faqs/transparency-obligations-under-article-50-ai-act" TargetMode="External" Id="R0cd829064ac54b01" /><Relationship Type="http://schemas.openxmlformats.org/officeDocument/2006/relationships/hyperlink" Target="https://digital-strategy.ec.europa.eu/en/library/guidelines-providers-vlops-and-vloses-mitigation-systemic-risks-electoral-processes" TargetMode="External" Id="R560e51d516f74171" /><Relationship Type="http://schemas.openxmlformats.org/officeDocument/2006/relationships/hyperlink" Target="https://creativecommons.org/licenses/by-sa/3.0/" TargetMode="External" Id="R573125ef24c34006" /><Relationship Type="http://schemas.openxmlformats.org/officeDocument/2006/relationships/notesSlide" Target="/ppt/notesSlides/notesSlide15.xml" Id="R290d6c27d4dd4f5a" /></Relationships>
</file>

<file path=ppt/slides/slide1.xml><?xml version="1.0" encoding="utf-8"?>
<p:sld xmlns:p="http://schemas.openxmlformats.org/presentationml/2006/main">
  <p:cSld>
    <p:bg>
      <p:bgPr>
        <a:solidFill xmlns:a="http://schemas.openxmlformats.org/drawingml/2006/main">
          <a:srgbClr val="142A3C"/>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6BC0FE9-9D17-4618-A2D4-8244D4A23DC5}"/>
              </a:ext>
            </a:extLst>
          </p:cNvPr>
          <p:cNvPicPr>
            <a:picLocks xmlns:a="http://schemas.openxmlformats.org/drawingml/2006/main" noChangeAspect="1"/>
          </p:cNvPicPr>
          <p:nvPr/>
        </p:nvPicPr>
        <p:blipFill>
          <a:blip xmlns:r="http://schemas.openxmlformats.org/officeDocument/2006/relationships" xmlns:a="http://schemas.openxmlformats.org/drawingml/2006/main" r:embed="Re1f99b7334f34c3e"/>
          <a:srcRect xmlns:a="http://schemas.openxmlformats.org/drawingml/2006/main" l="25535" t="0" r="25535" b="0"/>
          <a:stretch xmlns:a="http://schemas.openxmlformats.org/drawingml/2006/main">
            <a:fillRect l="0" t="0" r="0" b="0"/>
          </a:stretch>
        </p:blipFill>
        <p:spPr>
          <a:xfrm xmlns:a="http://schemas.openxmlformats.org/drawingml/2006/main">
            <a:off x="6248400" y="0"/>
            <a:ext cx="59436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40E049C6-95FA-4EDB-B911-58B49BCB80AB}"/>
              </a:ext>
            </a:extLst>
          </p:cNvPr>
          <p:cNvSpPr>
            <a:spLocks xmlns:a="http://schemas.openxmlformats.org/drawingml/2006/main" noGrp="1"/>
          </p:cNvSpPr>
          <p:nvPr/>
        </p:nvSpPr>
        <p:spPr>
          <a:xfrm xmlns:a="http://schemas.openxmlformats.org/drawingml/2006/main">
            <a:off x="609600" y="6286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C7D3D9"/>
                </a:solidFill>
                <a:latin typeface="DejaVu Sans"/>
                <a:ea typeface="DejaVu Sans"/>
                <a:cs typeface="DejaVu Sans"/>
              </a:defRPr>
            </a:defPPr>
            <a:lvl1pPr algn="l">
              <a:defRPr sz="1350" b="1">
                <a:solidFill>
                  <a:srgbClr val="C7D3D9"/>
                </a:solidFill>
                <a:latin typeface="DejaVu Sans"/>
                <a:ea typeface="DejaVu Sans"/>
                <a:cs typeface="DejaVu Sans"/>
              </a:defRPr>
            </a:lvl1pPr>
            <a:lvl2pPr algn="l">
              <a:defRPr sz="1350" b="1">
                <a:solidFill>
                  <a:srgbClr val="C7D3D9"/>
                </a:solidFill>
                <a:latin typeface="DejaVu Sans"/>
                <a:ea typeface="DejaVu Sans"/>
                <a:cs typeface="DejaVu Sans"/>
              </a:defRPr>
            </a:lvl2pPr>
            <a:lvl3pPr algn="l">
              <a:defRPr sz="1350" b="1">
                <a:solidFill>
                  <a:srgbClr val="C7D3D9"/>
                </a:solidFill>
                <a:latin typeface="DejaVu Sans"/>
                <a:ea typeface="DejaVu Sans"/>
                <a:cs typeface="DejaVu Sans"/>
              </a:defRPr>
            </a:lvl3pPr>
            <a:lvl4pPr algn="l">
              <a:defRPr sz="1350" b="1">
                <a:solidFill>
                  <a:srgbClr val="C7D3D9"/>
                </a:solidFill>
                <a:latin typeface="DejaVu Sans"/>
                <a:ea typeface="DejaVu Sans"/>
                <a:cs typeface="DejaVu Sans"/>
              </a:defRPr>
            </a:lvl4pPr>
            <a:lvl5pPr algn="l">
              <a:defRPr sz="1350" b="1">
                <a:solidFill>
                  <a:srgbClr val="C7D3D9"/>
                </a:solidFill>
                <a:latin typeface="DejaVu Sans"/>
                <a:ea typeface="DejaVu Sans"/>
                <a:cs typeface="DejaVu Sans"/>
              </a:defRPr>
            </a:lvl5pPr>
            <a:lvl6pPr algn="l">
              <a:defRPr sz="1350" b="1">
                <a:solidFill>
                  <a:srgbClr val="C7D3D9"/>
                </a:solidFill>
                <a:latin typeface="DejaVu Sans"/>
                <a:ea typeface="DejaVu Sans"/>
                <a:cs typeface="DejaVu Sans"/>
              </a:defRPr>
            </a:lvl6pPr>
            <a:lvl7pPr algn="l">
              <a:defRPr sz="1350" b="1">
                <a:solidFill>
                  <a:srgbClr val="C7D3D9"/>
                </a:solidFill>
                <a:latin typeface="DejaVu Sans"/>
                <a:ea typeface="DejaVu Sans"/>
                <a:cs typeface="DejaVu Sans"/>
              </a:defRPr>
            </a:lvl7pPr>
            <a:lvl8pPr algn="l">
              <a:defRPr sz="1350" b="1">
                <a:solidFill>
                  <a:srgbClr val="C7D3D9"/>
                </a:solidFill>
                <a:latin typeface="DejaVu Sans"/>
                <a:ea typeface="DejaVu Sans"/>
                <a:cs typeface="DejaVu Sans"/>
              </a:defRPr>
            </a:lvl8pPr>
            <a:lvl9pPr algn="l">
              <a:defRPr sz="1350" b="1">
                <a:solidFill>
                  <a:srgbClr val="C7D3D9"/>
                </a:solidFill>
                <a:latin typeface="DejaVu Sans"/>
                <a:ea typeface="DejaVu Sans"/>
                <a:cs typeface="DejaVu Sans"/>
              </a:defRPr>
            </a:lvl9pPr>
          </a:lstStyle>
          <a:p xmlns:a="http://schemas.openxmlformats.org/drawingml/2006/main">
            <a:pPr algn="l">
              <a:defRPr sz="1350" b="1">
                <a:solidFill>
                  <a:srgbClr val="C7D3D9"/>
                </a:solidFill>
                <a:latin typeface="DejaVu Sans"/>
                <a:ea typeface="DejaVu Sans"/>
                <a:cs typeface="DejaVu Sans"/>
              </a:defRPr>
            </a:pPr>
            <a:r>
              <a:rPr sz="1350" b="1">
                <a:solidFill>
                  <a:srgbClr val="C7D3D9"/>
                </a:solidFill>
                <a:latin typeface="DejaVu Sans"/>
                <a:ea typeface="DejaVu Sans"/>
                <a:cs typeface="DejaVu Sans"/>
              </a:rPr>
              <a:t>ETHICS &amp; AI   /   TOPIC 3</a:t>
            </a:r>
          </a:p>
        </p:txBody>
      </p:sp>
      <p:sp>
        <p:nvSpPr>
          <p:cNvPr id="3" name="slide-title">
            <a:extLst xmlns:a="http://schemas.openxmlformats.org/drawingml/2006/main">
              <a:ext uri="{FF2B5EF4-FFF2-40B4-BE49-F238E27FC236}">
                <a16:creationId xmlns:a16="http://schemas.microsoft.com/office/drawing/2014/main" id="{0E0F2A10-BA60-477A-AF7F-643EAC4A0A0B}"/>
              </a:ext>
            </a:extLst>
          </p:cNvPr>
          <p:cNvSpPr>
            <a:spLocks xmlns:a="http://schemas.openxmlformats.org/drawingml/2006/main" noGrp="1"/>
          </p:cNvSpPr>
          <p:nvPr/>
        </p:nvSpPr>
        <p:spPr>
          <a:xfrm xmlns:a="http://schemas.openxmlformats.org/drawingml/2006/main">
            <a:off x="609600" y="1647825"/>
            <a:ext cx="5334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75" b="1">
                <a:solidFill>
                  <a:srgbClr val="FFFFFF"/>
                </a:solidFill>
                <a:latin typeface="DejaVu Sans"/>
                <a:ea typeface="DejaVu Sans"/>
                <a:cs typeface="DejaVu Sans"/>
              </a:defRPr>
            </a:defPPr>
            <a:lvl1pPr algn="l">
              <a:defRPr sz="4275" b="1">
                <a:solidFill>
                  <a:srgbClr val="FFFFFF"/>
                </a:solidFill>
                <a:latin typeface="DejaVu Sans"/>
                <a:ea typeface="DejaVu Sans"/>
                <a:cs typeface="DejaVu Sans"/>
              </a:defRPr>
            </a:lvl1pPr>
            <a:lvl2pPr algn="l">
              <a:defRPr sz="4275" b="1">
                <a:solidFill>
                  <a:srgbClr val="FFFFFF"/>
                </a:solidFill>
                <a:latin typeface="DejaVu Sans"/>
                <a:ea typeface="DejaVu Sans"/>
                <a:cs typeface="DejaVu Sans"/>
              </a:defRPr>
            </a:lvl2pPr>
            <a:lvl3pPr algn="l">
              <a:defRPr sz="4275" b="1">
                <a:solidFill>
                  <a:srgbClr val="FFFFFF"/>
                </a:solidFill>
                <a:latin typeface="DejaVu Sans"/>
                <a:ea typeface="DejaVu Sans"/>
                <a:cs typeface="DejaVu Sans"/>
              </a:defRPr>
            </a:lvl3pPr>
            <a:lvl4pPr algn="l">
              <a:defRPr sz="4275" b="1">
                <a:solidFill>
                  <a:srgbClr val="FFFFFF"/>
                </a:solidFill>
                <a:latin typeface="DejaVu Sans"/>
                <a:ea typeface="DejaVu Sans"/>
                <a:cs typeface="DejaVu Sans"/>
              </a:defRPr>
            </a:lvl4pPr>
            <a:lvl5pPr algn="l">
              <a:defRPr sz="4275" b="1">
                <a:solidFill>
                  <a:srgbClr val="FFFFFF"/>
                </a:solidFill>
                <a:latin typeface="DejaVu Sans"/>
                <a:ea typeface="DejaVu Sans"/>
                <a:cs typeface="DejaVu Sans"/>
              </a:defRPr>
            </a:lvl5pPr>
            <a:lvl6pPr algn="l">
              <a:defRPr sz="4275" b="1">
                <a:solidFill>
                  <a:srgbClr val="FFFFFF"/>
                </a:solidFill>
                <a:latin typeface="DejaVu Sans"/>
                <a:ea typeface="DejaVu Sans"/>
                <a:cs typeface="DejaVu Sans"/>
              </a:defRPr>
            </a:lvl6pPr>
            <a:lvl7pPr algn="l">
              <a:defRPr sz="4275" b="1">
                <a:solidFill>
                  <a:srgbClr val="FFFFFF"/>
                </a:solidFill>
                <a:latin typeface="DejaVu Sans"/>
                <a:ea typeface="DejaVu Sans"/>
                <a:cs typeface="DejaVu Sans"/>
              </a:defRPr>
            </a:lvl7pPr>
            <a:lvl8pPr algn="l">
              <a:defRPr sz="4275" b="1">
                <a:solidFill>
                  <a:srgbClr val="FFFFFF"/>
                </a:solidFill>
                <a:latin typeface="DejaVu Sans"/>
                <a:ea typeface="DejaVu Sans"/>
                <a:cs typeface="DejaVu Sans"/>
              </a:defRPr>
            </a:lvl8pPr>
            <a:lvl9pPr algn="l">
              <a:defRPr sz="4275" b="1">
                <a:solidFill>
                  <a:srgbClr val="FFFFFF"/>
                </a:solidFill>
                <a:latin typeface="DejaVu Sans"/>
                <a:ea typeface="DejaVu Sans"/>
                <a:cs typeface="DejaVu Sans"/>
              </a:defRPr>
            </a:lvl9pPr>
          </a:lstStyle>
          <a:p xmlns:a="http://schemas.openxmlformats.org/drawingml/2006/main">
            <a:pPr algn="l">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AI, misinformation</a:t>
            </a:r>
          </a:p>
          <a:p xmlns:a="http://schemas.openxmlformats.org/drawingml/2006/main">
            <a:pPr algn="l">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and democracy</a:t>
            </a:r>
          </a:p>
        </p:txBody>
      </p:sp>
      <p:sp>
        <p:nvSpPr>
          <p:cNvPr id="4" name="text-2">
            <a:extLst xmlns:a="http://schemas.openxmlformats.org/drawingml/2006/main">
              <a:ext uri="{FF2B5EF4-FFF2-40B4-BE49-F238E27FC236}">
                <a16:creationId xmlns:a16="http://schemas.microsoft.com/office/drawing/2014/main" id="{DD5D02BA-F32B-4A95-9CCE-D3235E45CD88}"/>
              </a:ext>
            </a:extLst>
          </p:cNvPr>
          <p:cNvSpPr>
            <a:spLocks xmlns:a="http://schemas.openxmlformats.org/drawingml/2006/main" noGrp="1"/>
          </p:cNvSpPr>
          <p:nvPr/>
        </p:nvSpPr>
        <p:spPr>
          <a:xfrm xmlns:a="http://schemas.openxmlformats.org/drawingml/2006/main">
            <a:off x="609600" y="419100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C7D3D9"/>
                </a:solidFill>
                <a:latin typeface="DejaVu Sans"/>
                <a:ea typeface="DejaVu Sans"/>
                <a:cs typeface="DejaVu Sans"/>
              </a:defRPr>
            </a:defPPr>
            <a:lvl1pPr algn="l">
              <a:defRPr sz="2100" b="0">
                <a:solidFill>
                  <a:srgbClr val="C7D3D9"/>
                </a:solidFill>
                <a:latin typeface="DejaVu Sans"/>
                <a:ea typeface="DejaVu Sans"/>
                <a:cs typeface="DejaVu Sans"/>
              </a:defRPr>
            </a:lvl1pPr>
            <a:lvl2pPr algn="l">
              <a:defRPr sz="2100" b="0">
                <a:solidFill>
                  <a:srgbClr val="C7D3D9"/>
                </a:solidFill>
                <a:latin typeface="DejaVu Sans"/>
                <a:ea typeface="DejaVu Sans"/>
                <a:cs typeface="DejaVu Sans"/>
              </a:defRPr>
            </a:lvl2pPr>
            <a:lvl3pPr algn="l">
              <a:defRPr sz="2100" b="0">
                <a:solidFill>
                  <a:srgbClr val="C7D3D9"/>
                </a:solidFill>
                <a:latin typeface="DejaVu Sans"/>
                <a:ea typeface="DejaVu Sans"/>
                <a:cs typeface="DejaVu Sans"/>
              </a:defRPr>
            </a:lvl3pPr>
            <a:lvl4pPr algn="l">
              <a:defRPr sz="2100" b="0">
                <a:solidFill>
                  <a:srgbClr val="C7D3D9"/>
                </a:solidFill>
                <a:latin typeface="DejaVu Sans"/>
                <a:ea typeface="DejaVu Sans"/>
                <a:cs typeface="DejaVu Sans"/>
              </a:defRPr>
            </a:lvl4pPr>
            <a:lvl5pPr algn="l">
              <a:defRPr sz="2100" b="0">
                <a:solidFill>
                  <a:srgbClr val="C7D3D9"/>
                </a:solidFill>
                <a:latin typeface="DejaVu Sans"/>
                <a:ea typeface="DejaVu Sans"/>
                <a:cs typeface="DejaVu Sans"/>
              </a:defRPr>
            </a:lvl5pPr>
            <a:lvl6pPr algn="l">
              <a:defRPr sz="2100" b="0">
                <a:solidFill>
                  <a:srgbClr val="C7D3D9"/>
                </a:solidFill>
                <a:latin typeface="DejaVu Sans"/>
                <a:ea typeface="DejaVu Sans"/>
                <a:cs typeface="DejaVu Sans"/>
              </a:defRPr>
            </a:lvl6pPr>
            <a:lvl7pPr algn="l">
              <a:defRPr sz="2100" b="0">
                <a:solidFill>
                  <a:srgbClr val="C7D3D9"/>
                </a:solidFill>
                <a:latin typeface="DejaVu Sans"/>
                <a:ea typeface="DejaVu Sans"/>
                <a:cs typeface="DejaVu Sans"/>
              </a:defRPr>
            </a:lvl7pPr>
            <a:lvl8pPr algn="l">
              <a:defRPr sz="2100" b="0">
                <a:solidFill>
                  <a:srgbClr val="C7D3D9"/>
                </a:solidFill>
                <a:latin typeface="DejaVu Sans"/>
                <a:ea typeface="DejaVu Sans"/>
                <a:cs typeface="DejaVu Sans"/>
              </a:defRPr>
            </a:lvl8pPr>
            <a:lvl9pPr algn="l">
              <a:defRPr sz="2100" b="0">
                <a:solidFill>
                  <a:srgbClr val="C7D3D9"/>
                </a:solidFill>
                <a:latin typeface="DejaVu Sans"/>
                <a:ea typeface="DejaVu Sans"/>
                <a:cs typeface="DejaVu Sans"/>
              </a:defRPr>
            </a:lvl9pPr>
          </a:lstStyle>
          <a:p xmlns:a="http://schemas.openxmlformats.org/drawingml/2006/main">
            <a:pPr algn="l">
              <a:defRPr sz="2100" b="0">
                <a:solidFill>
                  <a:srgbClr val="C7D3D9"/>
                </a:solidFill>
                <a:latin typeface="DejaVu Sans"/>
                <a:ea typeface="DejaVu Sans"/>
                <a:cs typeface="DejaVu Sans"/>
              </a:defRPr>
            </a:pPr>
            <a:r>
              <a:rPr sz="2100" b="0">
                <a:solidFill>
                  <a:srgbClr val="C7D3D9"/>
                </a:solidFill>
                <a:latin typeface="DejaVu Sans"/>
                <a:ea typeface="DejaVu Sans"/>
                <a:cs typeface="DejaVu Sans"/>
              </a:rPr>
              <a:t>Deepfakes, false identities</a:t>
            </a:r>
          </a:p>
          <a:p xmlns:a="http://schemas.openxmlformats.org/drawingml/2006/main">
            <a:pPr algn="l">
              <a:defRPr sz="2100" b="0">
                <a:solidFill>
                  <a:srgbClr val="C7D3D9"/>
                </a:solidFill>
                <a:latin typeface="DejaVu Sans"/>
                <a:ea typeface="DejaVu Sans"/>
                <a:cs typeface="DejaVu Sans"/>
              </a:defRPr>
            </a:pPr>
            <a:r>
              <a:rPr sz="2100" b="0">
                <a:solidFill>
                  <a:srgbClr val="C7D3D9"/>
                </a:solidFill>
                <a:latin typeface="DejaVu Sans"/>
                <a:ea typeface="DejaVu Sans"/>
                <a:cs typeface="DejaVu Sans"/>
              </a:rPr>
              <a:t>and platform responsibility</a:t>
            </a:r>
          </a:p>
        </p:txBody>
      </p:sp>
      <p:sp>
        <p:nvSpPr>
          <p:cNvPr id="5" name="text-3">
            <a:extLst xmlns:a="http://schemas.openxmlformats.org/drawingml/2006/main">
              <a:ext uri="{FF2B5EF4-FFF2-40B4-BE49-F238E27FC236}">
                <a16:creationId xmlns:a16="http://schemas.microsoft.com/office/drawing/2014/main" id="{BA60698C-FF57-4407-93DB-EC6AF2FE4C9F}"/>
              </a:ext>
            </a:extLst>
          </p:cNvPr>
          <p:cNvSpPr>
            <a:spLocks xmlns:a="http://schemas.openxmlformats.org/drawingml/2006/main" noGrp="1"/>
          </p:cNvSpPr>
          <p:nvPr/>
        </p:nvSpPr>
        <p:spPr>
          <a:xfrm xmlns:a="http://schemas.openxmlformats.org/drawingml/2006/main">
            <a:off x="609600" y="5686425"/>
            <a:ext cx="5143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FFF"/>
                </a:solidFill>
                <a:latin typeface="DejaVu Sans"/>
                <a:ea typeface="DejaVu Sans"/>
                <a:cs typeface="DejaVu Sans"/>
              </a:defRPr>
            </a:defPPr>
            <a:lvl1pPr algn="l">
              <a:defRPr sz="1800" b="1">
                <a:solidFill>
                  <a:srgbClr val="FFFFFF"/>
                </a:solidFill>
                <a:latin typeface="DejaVu Sans"/>
                <a:ea typeface="DejaVu Sans"/>
                <a:cs typeface="DejaVu Sans"/>
              </a:defRPr>
            </a:lvl1pPr>
            <a:lvl2pPr algn="l">
              <a:defRPr sz="1800" b="1">
                <a:solidFill>
                  <a:srgbClr val="FFFFFF"/>
                </a:solidFill>
                <a:latin typeface="DejaVu Sans"/>
                <a:ea typeface="DejaVu Sans"/>
                <a:cs typeface="DejaVu Sans"/>
              </a:defRPr>
            </a:lvl2pPr>
            <a:lvl3pPr algn="l">
              <a:defRPr sz="1800" b="1">
                <a:solidFill>
                  <a:srgbClr val="FFFFFF"/>
                </a:solidFill>
                <a:latin typeface="DejaVu Sans"/>
                <a:ea typeface="DejaVu Sans"/>
                <a:cs typeface="DejaVu Sans"/>
              </a:defRPr>
            </a:lvl3pPr>
            <a:lvl4pPr algn="l">
              <a:defRPr sz="1800" b="1">
                <a:solidFill>
                  <a:srgbClr val="FFFFFF"/>
                </a:solidFill>
                <a:latin typeface="DejaVu Sans"/>
                <a:ea typeface="DejaVu Sans"/>
                <a:cs typeface="DejaVu Sans"/>
              </a:defRPr>
            </a:lvl4pPr>
            <a:lvl5pPr algn="l">
              <a:defRPr sz="1800" b="1">
                <a:solidFill>
                  <a:srgbClr val="FFFFFF"/>
                </a:solidFill>
                <a:latin typeface="DejaVu Sans"/>
                <a:ea typeface="DejaVu Sans"/>
                <a:cs typeface="DejaVu Sans"/>
              </a:defRPr>
            </a:lvl5pPr>
            <a:lvl6pPr algn="l">
              <a:defRPr sz="1800" b="1">
                <a:solidFill>
                  <a:srgbClr val="FFFFFF"/>
                </a:solidFill>
                <a:latin typeface="DejaVu Sans"/>
                <a:ea typeface="DejaVu Sans"/>
                <a:cs typeface="DejaVu Sans"/>
              </a:defRPr>
            </a:lvl6pPr>
            <a:lvl7pPr algn="l">
              <a:defRPr sz="1800" b="1">
                <a:solidFill>
                  <a:srgbClr val="FFFFFF"/>
                </a:solidFill>
                <a:latin typeface="DejaVu Sans"/>
                <a:ea typeface="DejaVu Sans"/>
                <a:cs typeface="DejaVu Sans"/>
              </a:defRPr>
            </a:lvl7pPr>
            <a:lvl8pPr algn="l">
              <a:defRPr sz="1800" b="1">
                <a:solidFill>
                  <a:srgbClr val="FFFFFF"/>
                </a:solidFill>
                <a:latin typeface="DejaVu Sans"/>
                <a:ea typeface="DejaVu Sans"/>
                <a:cs typeface="DejaVu Sans"/>
              </a:defRPr>
            </a:lvl8pPr>
            <a:lvl9pPr algn="l">
              <a:defRPr sz="1800" b="1">
                <a:solidFill>
                  <a:srgbClr val="FFFFFF"/>
                </a:solidFill>
                <a:latin typeface="DejaVu Sans"/>
                <a:ea typeface="DejaVu Sans"/>
                <a:cs typeface="DejaVu Sans"/>
              </a:defRPr>
            </a:lvl9pPr>
          </a:lstStyle>
          <a:p xmlns:a="http://schemas.openxmlformats.org/drawingml/2006/main">
            <a:pPr algn="l">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Scott Brodie Forsyth</a:t>
            </a:r>
          </a:p>
        </p:txBody>
      </p:sp>
      <p:sp>
        <p:nvSpPr>
          <p:cNvPr id="6" name="text-4">
            <a:extLst xmlns:a="http://schemas.openxmlformats.org/drawingml/2006/main">
              <a:ext uri="{FF2B5EF4-FFF2-40B4-BE49-F238E27FC236}">
                <a16:creationId xmlns:a16="http://schemas.microsoft.com/office/drawing/2014/main" id="{0DC78549-2686-4625-9DA1-7D1A2CBF5B42}"/>
              </a:ext>
            </a:extLst>
          </p:cNvPr>
          <p:cNvSpPr>
            <a:spLocks xmlns:a="http://schemas.openxmlformats.org/drawingml/2006/main" noGrp="1"/>
          </p:cNvSpPr>
          <p:nvPr/>
        </p:nvSpPr>
        <p:spPr>
          <a:xfrm xmlns:a="http://schemas.openxmlformats.org/drawingml/2006/main">
            <a:off x="609600" y="6143625"/>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C7D3D9"/>
                </a:solidFill>
                <a:latin typeface="DejaVu Sans"/>
                <a:ea typeface="DejaVu Sans"/>
                <a:cs typeface="DejaVu Sans"/>
              </a:defRPr>
            </a:defPPr>
            <a:lvl1pPr algn="l">
              <a:defRPr sz="1125" b="0">
                <a:solidFill>
                  <a:srgbClr val="C7D3D9"/>
                </a:solidFill>
                <a:latin typeface="DejaVu Sans"/>
                <a:ea typeface="DejaVu Sans"/>
                <a:cs typeface="DejaVu Sans"/>
              </a:defRPr>
            </a:lvl1pPr>
            <a:lvl2pPr algn="l">
              <a:defRPr sz="1125" b="0">
                <a:solidFill>
                  <a:srgbClr val="C7D3D9"/>
                </a:solidFill>
                <a:latin typeface="DejaVu Sans"/>
                <a:ea typeface="DejaVu Sans"/>
                <a:cs typeface="DejaVu Sans"/>
              </a:defRPr>
            </a:lvl2pPr>
            <a:lvl3pPr algn="l">
              <a:defRPr sz="1125" b="0">
                <a:solidFill>
                  <a:srgbClr val="C7D3D9"/>
                </a:solidFill>
                <a:latin typeface="DejaVu Sans"/>
                <a:ea typeface="DejaVu Sans"/>
                <a:cs typeface="DejaVu Sans"/>
              </a:defRPr>
            </a:lvl3pPr>
            <a:lvl4pPr algn="l">
              <a:defRPr sz="1125" b="0">
                <a:solidFill>
                  <a:srgbClr val="C7D3D9"/>
                </a:solidFill>
                <a:latin typeface="DejaVu Sans"/>
                <a:ea typeface="DejaVu Sans"/>
                <a:cs typeface="DejaVu Sans"/>
              </a:defRPr>
            </a:lvl4pPr>
            <a:lvl5pPr algn="l">
              <a:defRPr sz="1125" b="0">
                <a:solidFill>
                  <a:srgbClr val="C7D3D9"/>
                </a:solidFill>
                <a:latin typeface="DejaVu Sans"/>
                <a:ea typeface="DejaVu Sans"/>
                <a:cs typeface="DejaVu Sans"/>
              </a:defRPr>
            </a:lvl5pPr>
            <a:lvl6pPr algn="l">
              <a:defRPr sz="1125" b="0">
                <a:solidFill>
                  <a:srgbClr val="C7D3D9"/>
                </a:solidFill>
                <a:latin typeface="DejaVu Sans"/>
                <a:ea typeface="DejaVu Sans"/>
                <a:cs typeface="DejaVu Sans"/>
              </a:defRPr>
            </a:lvl6pPr>
            <a:lvl7pPr algn="l">
              <a:defRPr sz="1125" b="0">
                <a:solidFill>
                  <a:srgbClr val="C7D3D9"/>
                </a:solidFill>
                <a:latin typeface="DejaVu Sans"/>
                <a:ea typeface="DejaVu Sans"/>
                <a:cs typeface="DejaVu Sans"/>
              </a:defRPr>
            </a:lvl7pPr>
            <a:lvl8pPr algn="l">
              <a:defRPr sz="1125" b="0">
                <a:solidFill>
                  <a:srgbClr val="C7D3D9"/>
                </a:solidFill>
                <a:latin typeface="DejaVu Sans"/>
                <a:ea typeface="DejaVu Sans"/>
                <a:cs typeface="DejaVu Sans"/>
              </a:defRPr>
            </a:lvl8pPr>
            <a:lvl9pPr algn="l">
              <a:defRPr sz="1125" b="0">
                <a:solidFill>
                  <a:srgbClr val="C7D3D9"/>
                </a:solidFill>
                <a:latin typeface="DejaVu Sans"/>
                <a:ea typeface="DejaVu Sans"/>
                <a:cs typeface="DejaVu Sans"/>
              </a:defRPr>
            </a:lvl9pPr>
          </a:lstStyle>
          <a:p xmlns:a="http://schemas.openxmlformats.org/drawingml/2006/main">
            <a:pPr algn="l">
              <a:defRPr sz="1125" b="0">
                <a:solidFill>
                  <a:srgbClr val="C7D3D9"/>
                </a:solidFill>
                <a:latin typeface="DejaVu Sans"/>
                <a:ea typeface="DejaVu Sans"/>
                <a:cs typeface="DejaVu Sans"/>
              </a:defRPr>
            </a:pPr>
            <a:r>
              <a:rPr sz="1125" b="0">
                <a:solidFill>
                  <a:srgbClr val="C7D3D9"/>
                </a:solidFill>
                <a:latin typeface="DejaVu Sans"/>
                <a:ea typeface="DejaVu Sans"/>
                <a:cs typeface="DejaVu Sans"/>
              </a:rPr>
              <a:t>Information and Organisation   /   20 October 2026</a:t>
            </a:r>
          </a:p>
        </p:txBody>
      </p:sp>
    </p:spTree>
    <p:extLst>
      <p:ext uri="{BB962C8B-B14F-4D97-AF65-F5344CB8AC3E}">
        <p14:creationId xmlns:p14="http://schemas.microsoft.com/office/powerpoint/2010/main" val="128922639"/>
      </p:ext>
    </p:extLst>
  </p:cSld>
</p:sld>
</file>

<file path=ppt/slides/slide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14819270-7CC0-4136-A2B6-3917A578C433}"/>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3786E"/>
                </a:solidFill>
                <a:latin typeface="DejaVu Sans"/>
                <a:ea typeface="DejaVu Sans"/>
                <a:cs typeface="DejaVu Sans"/>
              </a:defRPr>
            </a:defPPr>
            <a:lvl1pPr algn="l">
              <a:defRPr sz="1200" b="1">
                <a:solidFill>
                  <a:srgbClr val="13786E"/>
                </a:solidFill>
                <a:latin typeface="DejaVu Sans"/>
                <a:ea typeface="DejaVu Sans"/>
                <a:cs typeface="DejaVu Sans"/>
              </a:defRPr>
            </a:lvl1pPr>
            <a:lvl2pPr algn="l">
              <a:defRPr sz="1200" b="1">
                <a:solidFill>
                  <a:srgbClr val="13786E"/>
                </a:solidFill>
                <a:latin typeface="DejaVu Sans"/>
                <a:ea typeface="DejaVu Sans"/>
                <a:cs typeface="DejaVu Sans"/>
              </a:defRPr>
            </a:lvl2pPr>
            <a:lvl3pPr algn="l">
              <a:defRPr sz="1200" b="1">
                <a:solidFill>
                  <a:srgbClr val="13786E"/>
                </a:solidFill>
                <a:latin typeface="DejaVu Sans"/>
                <a:ea typeface="DejaVu Sans"/>
                <a:cs typeface="DejaVu Sans"/>
              </a:defRPr>
            </a:lvl3pPr>
            <a:lvl4pPr algn="l">
              <a:defRPr sz="1200" b="1">
                <a:solidFill>
                  <a:srgbClr val="13786E"/>
                </a:solidFill>
                <a:latin typeface="DejaVu Sans"/>
                <a:ea typeface="DejaVu Sans"/>
                <a:cs typeface="DejaVu Sans"/>
              </a:defRPr>
            </a:lvl4pPr>
            <a:lvl5pPr algn="l">
              <a:defRPr sz="1200" b="1">
                <a:solidFill>
                  <a:srgbClr val="13786E"/>
                </a:solidFill>
                <a:latin typeface="DejaVu Sans"/>
                <a:ea typeface="DejaVu Sans"/>
                <a:cs typeface="DejaVu Sans"/>
              </a:defRPr>
            </a:lvl5pPr>
            <a:lvl6pPr algn="l">
              <a:defRPr sz="1200" b="1">
                <a:solidFill>
                  <a:srgbClr val="13786E"/>
                </a:solidFill>
                <a:latin typeface="DejaVu Sans"/>
                <a:ea typeface="DejaVu Sans"/>
                <a:cs typeface="DejaVu Sans"/>
              </a:defRPr>
            </a:lvl6pPr>
            <a:lvl7pPr algn="l">
              <a:defRPr sz="1200" b="1">
                <a:solidFill>
                  <a:srgbClr val="13786E"/>
                </a:solidFill>
                <a:latin typeface="DejaVu Sans"/>
                <a:ea typeface="DejaVu Sans"/>
                <a:cs typeface="DejaVu Sans"/>
              </a:defRPr>
            </a:lvl7pPr>
            <a:lvl8pPr algn="l">
              <a:defRPr sz="1200" b="1">
                <a:solidFill>
                  <a:srgbClr val="13786E"/>
                </a:solidFill>
                <a:latin typeface="DejaVu Sans"/>
                <a:ea typeface="DejaVu Sans"/>
                <a:cs typeface="DejaVu Sans"/>
              </a:defRPr>
            </a:lvl8pPr>
            <a:lvl9pPr algn="l">
              <a:defRPr sz="1200" b="1">
                <a:solidFill>
                  <a:srgbClr val="13786E"/>
                </a:solidFill>
                <a:latin typeface="DejaVu Sans"/>
                <a:ea typeface="DejaVu Sans"/>
                <a:cs typeface="DejaVu Sans"/>
              </a:defRPr>
            </a:lvl9pPr>
          </a:lstStyle>
          <a:p xmlns:a="http://schemas.openxmlformats.org/drawingml/2006/main">
            <a:pPr algn="l">
              <a:defRPr sz="1200" b="1">
                <a:solidFill>
                  <a:srgbClr val="13786E"/>
                </a:solidFill>
                <a:latin typeface="DejaVu Sans"/>
                <a:ea typeface="DejaVu Sans"/>
                <a:cs typeface="DejaVu Sans"/>
              </a:defRPr>
            </a:pPr>
            <a:r>
              <a:rPr sz="1200" b="1">
                <a:solidFill>
                  <a:srgbClr val="13786E"/>
                </a:solidFill>
                <a:latin typeface="DejaVu Sans"/>
                <a:ea typeface="DejaVu Sans"/>
                <a:cs typeface="DejaVu Sans"/>
              </a:rPr>
              <a:t>TERMINOLOGY</a:t>
            </a:r>
          </a:p>
        </p:txBody>
      </p:sp>
      <p:sp>
        <p:nvSpPr>
          <p:cNvPr id="2" name="slide-title">
            <a:extLst xmlns:a="http://schemas.openxmlformats.org/drawingml/2006/main">
              <a:ext uri="{FF2B5EF4-FFF2-40B4-BE49-F238E27FC236}">
                <a16:creationId xmlns:a16="http://schemas.microsoft.com/office/drawing/2014/main" id="{D5568715-993A-45EE-ACBA-A6FADFE15AA8}"/>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A3C"/>
                </a:solidFill>
                <a:latin typeface="DejaVu Sans"/>
                <a:ea typeface="DejaVu Sans"/>
                <a:cs typeface="DejaVu Sans"/>
              </a:defRPr>
            </a:defPPr>
            <a:lvl1pPr algn="l">
              <a:defRPr sz="3225" b="1">
                <a:solidFill>
                  <a:srgbClr val="142A3C"/>
                </a:solidFill>
                <a:latin typeface="DejaVu Sans"/>
                <a:ea typeface="DejaVu Sans"/>
                <a:cs typeface="DejaVu Sans"/>
              </a:defRPr>
            </a:lvl1pPr>
            <a:lvl2pPr algn="l">
              <a:defRPr sz="3225" b="1">
                <a:solidFill>
                  <a:srgbClr val="142A3C"/>
                </a:solidFill>
                <a:latin typeface="DejaVu Sans"/>
                <a:ea typeface="DejaVu Sans"/>
                <a:cs typeface="DejaVu Sans"/>
              </a:defRPr>
            </a:lvl2pPr>
            <a:lvl3pPr algn="l">
              <a:defRPr sz="3225" b="1">
                <a:solidFill>
                  <a:srgbClr val="142A3C"/>
                </a:solidFill>
                <a:latin typeface="DejaVu Sans"/>
                <a:ea typeface="DejaVu Sans"/>
                <a:cs typeface="DejaVu Sans"/>
              </a:defRPr>
            </a:lvl3pPr>
            <a:lvl4pPr algn="l">
              <a:defRPr sz="3225" b="1">
                <a:solidFill>
                  <a:srgbClr val="142A3C"/>
                </a:solidFill>
                <a:latin typeface="DejaVu Sans"/>
                <a:ea typeface="DejaVu Sans"/>
                <a:cs typeface="DejaVu Sans"/>
              </a:defRPr>
            </a:lvl4pPr>
            <a:lvl5pPr algn="l">
              <a:defRPr sz="3225" b="1">
                <a:solidFill>
                  <a:srgbClr val="142A3C"/>
                </a:solidFill>
                <a:latin typeface="DejaVu Sans"/>
                <a:ea typeface="DejaVu Sans"/>
                <a:cs typeface="DejaVu Sans"/>
              </a:defRPr>
            </a:lvl5pPr>
            <a:lvl6pPr algn="l">
              <a:defRPr sz="3225" b="1">
                <a:solidFill>
                  <a:srgbClr val="142A3C"/>
                </a:solidFill>
                <a:latin typeface="DejaVu Sans"/>
                <a:ea typeface="DejaVu Sans"/>
                <a:cs typeface="DejaVu Sans"/>
              </a:defRPr>
            </a:lvl6pPr>
            <a:lvl7pPr algn="l">
              <a:defRPr sz="3225" b="1">
                <a:solidFill>
                  <a:srgbClr val="142A3C"/>
                </a:solidFill>
                <a:latin typeface="DejaVu Sans"/>
                <a:ea typeface="DejaVu Sans"/>
                <a:cs typeface="DejaVu Sans"/>
              </a:defRPr>
            </a:lvl7pPr>
            <a:lvl8pPr algn="l">
              <a:defRPr sz="3225" b="1">
                <a:solidFill>
                  <a:srgbClr val="142A3C"/>
                </a:solidFill>
                <a:latin typeface="DejaVu Sans"/>
                <a:ea typeface="DejaVu Sans"/>
                <a:cs typeface="DejaVu Sans"/>
              </a:defRPr>
            </a:lvl8pPr>
            <a:lvl9pPr algn="l">
              <a:defRPr sz="3225" b="1">
                <a:solidFill>
                  <a:srgbClr val="142A3C"/>
                </a:solidFill>
                <a:latin typeface="DejaVu Sans"/>
                <a:ea typeface="DejaVu Sans"/>
                <a:cs typeface="DejaVu Sans"/>
              </a:defRPr>
            </a:lvl9pPr>
          </a:lstStyle>
          <a:p xmlns:a="http://schemas.openxmlformats.org/drawingml/2006/main">
            <a:pPr algn="l">
              <a:defRPr sz="3225" b="1">
                <a:solidFill>
                  <a:srgbClr val="142A3C"/>
                </a:solidFill>
                <a:latin typeface="DejaVu Sans"/>
                <a:ea typeface="DejaVu Sans"/>
                <a:cs typeface="DejaVu Sans"/>
              </a:defRPr>
            </a:pPr>
            <a:r>
              <a:rPr sz="3225" b="1">
                <a:solidFill>
                  <a:srgbClr val="142A3C"/>
                </a:solidFill>
                <a:latin typeface="DejaVu Sans"/>
                <a:ea typeface="DejaVu Sans"/>
                <a:cs typeface="DejaVu Sans"/>
              </a:rPr>
              <a:t>Key concepts</a:t>
            </a:r>
          </a:p>
        </p:txBody>
      </p:sp>
      <p:sp>
        <p:nvSpPr>
          <p:cNvPr id="3" name="text-2">
            <a:extLst xmlns:a="http://schemas.openxmlformats.org/drawingml/2006/main">
              <a:ext uri="{FF2B5EF4-FFF2-40B4-BE49-F238E27FC236}">
                <a16:creationId xmlns:a16="http://schemas.microsoft.com/office/drawing/2014/main" id="{75ED17C3-B852-4A3A-B29B-BD9BFDCFD021}"/>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46570"/>
                </a:solidFill>
                <a:latin typeface="DejaVu Sans"/>
                <a:ea typeface="DejaVu Sans"/>
                <a:cs typeface="DejaVu Sans"/>
              </a:defRPr>
            </a:defPPr>
            <a:lvl1pPr algn="r">
              <a:defRPr sz="1200" b="0">
                <a:solidFill>
                  <a:srgbClr val="546570"/>
                </a:solidFill>
                <a:latin typeface="DejaVu Sans"/>
                <a:ea typeface="DejaVu Sans"/>
                <a:cs typeface="DejaVu Sans"/>
              </a:defRPr>
            </a:lvl1pPr>
            <a:lvl2pPr algn="r">
              <a:defRPr sz="1200" b="0">
                <a:solidFill>
                  <a:srgbClr val="546570"/>
                </a:solidFill>
                <a:latin typeface="DejaVu Sans"/>
                <a:ea typeface="DejaVu Sans"/>
                <a:cs typeface="DejaVu Sans"/>
              </a:defRPr>
            </a:lvl2pPr>
            <a:lvl3pPr algn="r">
              <a:defRPr sz="1200" b="0">
                <a:solidFill>
                  <a:srgbClr val="546570"/>
                </a:solidFill>
                <a:latin typeface="DejaVu Sans"/>
                <a:ea typeface="DejaVu Sans"/>
                <a:cs typeface="DejaVu Sans"/>
              </a:defRPr>
            </a:lvl3pPr>
            <a:lvl4pPr algn="r">
              <a:defRPr sz="1200" b="0">
                <a:solidFill>
                  <a:srgbClr val="546570"/>
                </a:solidFill>
                <a:latin typeface="DejaVu Sans"/>
                <a:ea typeface="DejaVu Sans"/>
                <a:cs typeface="DejaVu Sans"/>
              </a:defRPr>
            </a:lvl4pPr>
            <a:lvl5pPr algn="r">
              <a:defRPr sz="1200" b="0">
                <a:solidFill>
                  <a:srgbClr val="546570"/>
                </a:solidFill>
                <a:latin typeface="DejaVu Sans"/>
                <a:ea typeface="DejaVu Sans"/>
                <a:cs typeface="DejaVu Sans"/>
              </a:defRPr>
            </a:lvl5pPr>
            <a:lvl6pPr algn="r">
              <a:defRPr sz="1200" b="0">
                <a:solidFill>
                  <a:srgbClr val="546570"/>
                </a:solidFill>
                <a:latin typeface="DejaVu Sans"/>
                <a:ea typeface="DejaVu Sans"/>
                <a:cs typeface="DejaVu Sans"/>
              </a:defRPr>
            </a:lvl6pPr>
            <a:lvl7pPr algn="r">
              <a:defRPr sz="1200" b="0">
                <a:solidFill>
                  <a:srgbClr val="546570"/>
                </a:solidFill>
                <a:latin typeface="DejaVu Sans"/>
                <a:ea typeface="DejaVu Sans"/>
                <a:cs typeface="DejaVu Sans"/>
              </a:defRPr>
            </a:lvl7pPr>
            <a:lvl8pPr algn="r">
              <a:defRPr sz="1200" b="0">
                <a:solidFill>
                  <a:srgbClr val="546570"/>
                </a:solidFill>
                <a:latin typeface="DejaVu Sans"/>
                <a:ea typeface="DejaVu Sans"/>
                <a:cs typeface="DejaVu Sans"/>
              </a:defRPr>
            </a:lvl8pPr>
            <a:lvl9pPr algn="r">
              <a:defRPr sz="1200" b="0">
                <a:solidFill>
                  <a:srgbClr val="546570"/>
                </a:solidFill>
                <a:latin typeface="DejaVu Sans"/>
                <a:ea typeface="DejaVu Sans"/>
                <a:cs typeface="DejaVu Sans"/>
              </a:defRPr>
            </a:lvl9pPr>
          </a:lstStyle>
          <a:p xmlns:a="http://schemas.openxmlformats.org/drawingml/2006/main">
            <a:pPr algn="r">
              <a:defRPr sz="1200" b="0">
                <a:solidFill>
                  <a:srgbClr val="546570"/>
                </a:solidFill>
                <a:latin typeface="DejaVu Sans"/>
                <a:ea typeface="DejaVu Sans"/>
                <a:cs typeface="DejaVu Sans"/>
              </a:defRPr>
            </a:pPr>
            <a:r>
              <a:rPr sz="1200" b="0">
                <a:solidFill>
                  <a:srgbClr val="546570"/>
                </a:solidFill>
                <a:latin typeface="DejaVu Sans"/>
                <a:ea typeface="DejaVu Sans"/>
                <a:cs typeface="DejaVu Sans"/>
              </a:rPr>
              <a:t>02</a:t>
            </a:r>
          </a:p>
        </p:txBody>
      </p:sp>
      <p:sp>
        <p:nvSpPr>
          <p:cNvPr id="4" name="text-3">
            <a:extLst xmlns:a="http://schemas.openxmlformats.org/drawingml/2006/main">
              <a:ext uri="{FF2B5EF4-FFF2-40B4-BE49-F238E27FC236}">
                <a16:creationId xmlns:a16="http://schemas.microsoft.com/office/drawing/2014/main" id="{C121E933-4636-46D5-B3A2-64370EFB5FE5}"/>
              </a:ext>
            </a:extLst>
          </p:cNvPr>
          <p:cNvSpPr>
            <a:spLocks xmlns:a="http://schemas.openxmlformats.org/drawingml/2006/main" noGrp="1"/>
          </p:cNvSpPr>
          <p:nvPr/>
        </p:nvSpPr>
        <p:spPr>
          <a:xfrm xmlns:a="http://schemas.openxmlformats.org/drawingml/2006/main">
            <a:off x="609600" y="64008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46570"/>
                </a:solidFill>
                <a:latin typeface="DejaVu Sans"/>
                <a:ea typeface="DejaVu Sans"/>
                <a:cs typeface="DejaVu Sans"/>
              </a:defRPr>
            </a:defPPr>
            <a:lvl1pPr algn="l">
              <a:defRPr sz="1050" b="0">
                <a:solidFill>
                  <a:srgbClr val="546570"/>
                </a:solidFill>
                <a:latin typeface="DejaVu Sans"/>
                <a:ea typeface="DejaVu Sans"/>
                <a:cs typeface="DejaVu Sans"/>
              </a:defRPr>
            </a:lvl1pPr>
            <a:lvl2pPr algn="l">
              <a:defRPr sz="1050" b="0">
                <a:solidFill>
                  <a:srgbClr val="546570"/>
                </a:solidFill>
                <a:latin typeface="DejaVu Sans"/>
                <a:ea typeface="DejaVu Sans"/>
                <a:cs typeface="DejaVu Sans"/>
              </a:defRPr>
            </a:lvl2pPr>
            <a:lvl3pPr algn="l">
              <a:defRPr sz="1050" b="0">
                <a:solidFill>
                  <a:srgbClr val="546570"/>
                </a:solidFill>
                <a:latin typeface="DejaVu Sans"/>
                <a:ea typeface="DejaVu Sans"/>
                <a:cs typeface="DejaVu Sans"/>
              </a:defRPr>
            </a:lvl3pPr>
            <a:lvl4pPr algn="l">
              <a:defRPr sz="1050" b="0">
                <a:solidFill>
                  <a:srgbClr val="546570"/>
                </a:solidFill>
                <a:latin typeface="DejaVu Sans"/>
                <a:ea typeface="DejaVu Sans"/>
                <a:cs typeface="DejaVu Sans"/>
              </a:defRPr>
            </a:lvl4pPr>
            <a:lvl5pPr algn="l">
              <a:defRPr sz="1050" b="0">
                <a:solidFill>
                  <a:srgbClr val="546570"/>
                </a:solidFill>
                <a:latin typeface="DejaVu Sans"/>
                <a:ea typeface="DejaVu Sans"/>
                <a:cs typeface="DejaVu Sans"/>
              </a:defRPr>
            </a:lvl5pPr>
            <a:lvl6pPr algn="l">
              <a:defRPr sz="1050" b="0">
                <a:solidFill>
                  <a:srgbClr val="546570"/>
                </a:solidFill>
                <a:latin typeface="DejaVu Sans"/>
                <a:ea typeface="DejaVu Sans"/>
                <a:cs typeface="DejaVu Sans"/>
              </a:defRPr>
            </a:lvl6pPr>
            <a:lvl7pPr algn="l">
              <a:defRPr sz="1050" b="0">
                <a:solidFill>
                  <a:srgbClr val="546570"/>
                </a:solidFill>
                <a:latin typeface="DejaVu Sans"/>
                <a:ea typeface="DejaVu Sans"/>
                <a:cs typeface="DejaVu Sans"/>
              </a:defRPr>
            </a:lvl7pPr>
            <a:lvl8pPr algn="l">
              <a:defRPr sz="1050" b="0">
                <a:solidFill>
                  <a:srgbClr val="546570"/>
                </a:solidFill>
                <a:latin typeface="DejaVu Sans"/>
                <a:ea typeface="DejaVu Sans"/>
                <a:cs typeface="DejaVu Sans"/>
              </a:defRPr>
            </a:lvl8pPr>
            <a:lvl9pPr algn="l">
              <a:defRPr sz="1050" b="0">
                <a:solidFill>
                  <a:srgbClr val="546570"/>
                </a:solidFill>
                <a:latin typeface="DejaVu Sans"/>
                <a:ea typeface="DejaVu Sans"/>
                <a:cs typeface="DejaVu Sans"/>
              </a:defRPr>
            </a:lvl9pPr>
          </a:lstStyle>
          <a:p xmlns:a="http://schemas.openxmlformats.org/drawingml/2006/main">
            <a:pPr algn="l">
              <a:defRPr sz="1050" b="0">
                <a:solidFill>
                  <a:srgbClr val="546570"/>
                </a:solidFill>
                <a:latin typeface="DejaVu Sans"/>
                <a:ea typeface="DejaVu Sans"/>
                <a:cs typeface="DejaVu Sans"/>
              </a:defRPr>
            </a:pPr>
            <a:r>
              <a:rPr sz="1050" b="0">
                <a:solidFill>
                  <a:srgbClr val="546570"/>
                </a:solidFill>
                <a:latin typeface="DejaVu Sans"/>
                <a:ea typeface="DejaVu Sans"/>
                <a:cs typeface="DejaVu Sans"/>
              </a:rPr>
              <a:t>[2] Council of Europe / Wardle &amp; Derakhshan. [10] European Commission. Algorithm descriptions are our own.</a:t>
            </a:r>
          </a:p>
        </p:txBody>
      </p:sp>
      <p:sp>
        <p:nvSpPr>
          <p:cNvPr id="5" name="text-4">
            <a:extLst xmlns:a="http://schemas.openxmlformats.org/drawingml/2006/main">
              <a:ext uri="{FF2B5EF4-FFF2-40B4-BE49-F238E27FC236}">
                <a16:creationId xmlns:a16="http://schemas.microsoft.com/office/drawing/2014/main" id="{0C6C6AB9-83AE-43E7-A09E-351D0F5FB7B6}"/>
              </a:ext>
            </a:extLst>
          </p:cNvPr>
          <p:cNvSpPr>
            <a:spLocks xmlns:a="http://schemas.openxmlformats.org/drawingml/2006/main" noGrp="1"/>
          </p:cNvSpPr>
          <p:nvPr/>
        </p:nvSpPr>
        <p:spPr>
          <a:xfrm xmlns:a="http://schemas.openxmlformats.org/drawingml/2006/main">
            <a:off x="609600" y="1828800"/>
            <a:ext cx="5095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MISINFORMATION</a:t>
            </a:r>
          </a:p>
        </p:txBody>
      </p:sp>
      <p:sp>
        <p:nvSpPr>
          <p:cNvPr id="6" name="text-5">
            <a:extLst xmlns:a="http://schemas.openxmlformats.org/drawingml/2006/main">
              <a:ext uri="{FF2B5EF4-FFF2-40B4-BE49-F238E27FC236}">
                <a16:creationId xmlns:a16="http://schemas.microsoft.com/office/drawing/2014/main" id="{17D6DE53-2F08-4A2A-BFD6-63B59D4AB88F}"/>
              </a:ext>
            </a:extLst>
          </p:cNvPr>
          <p:cNvSpPr>
            <a:spLocks xmlns:a="http://schemas.openxmlformats.org/drawingml/2006/main" noGrp="1"/>
          </p:cNvSpPr>
          <p:nvPr/>
        </p:nvSpPr>
        <p:spPr>
          <a:xfrm xmlns:a="http://schemas.openxmlformats.org/drawingml/2006/main">
            <a:off x="609600" y="2152650"/>
            <a:ext cx="50958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A3C"/>
                </a:solidFill>
                <a:latin typeface="DejaVu Sans"/>
                <a:ea typeface="DejaVu Sans"/>
                <a:cs typeface="DejaVu Sans"/>
              </a:defRPr>
            </a:defPPr>
            <a:lvl1pPr algn="l">
              <a:defRPr sz="1875" b="0">
                <a:solidFill>
                  <a:srgbClr val="142A3C"/>
                </a:solidFill>
                <a:latin typeface="DejaVu Sans"/>
                <a:ea typeface="DejaVu Sans"/>
                <a:cs typeface="DejaVu Sans"/>
              </a:defRPr>
            </a:lvl1pPr>
            <a:lvl2pPr algn="l">
              <a:defRPr sz="1875" b="0">
                <a:solidFill>
                  <a:srgbClr val="142A3C"/>
                </a:solidFill>
                <a:latin typeface="DejaVu Sans"/>
                <a:ea typeface="DejaVu Sans"/>
                <a:cs typeface="DejaVu Sans"/>
              </a:defRPr>
            </a:lvl2pPr>
            <a:lvl3pPr algn="l">
              <a:defRPr sz="1875" b="0">
                <a:solidFill>
                  <a:srgbClr val="142A3C"/>
                </a:solidFill>
                <a:latin typeface="DejaVu Sans"/>
                <a:ea typeface="DejaVu Sans"/>
                <a:cs typeface="DejaVu Sans"/>
              </a:defRPr>
            </a:lvl3pPr>
            <a:lvl4pPr algn="l">
              <a:defRPr sz="1875" b="0">
                <a:solidFill>
                  <a:srgbClr val="142A3C"/>
                </a:solidFill>
                <a:latin typeface="DejaVu Sans"/>
                <a:ea typeface="DejaVu Sans"/>
                <a:cs typeface="DejaVu Sans"/>
              </a:defRPr>
            </a:lvl4pPr>
            <a:lvl5pPr algn="l">
              <a:defRPr sz="1875" b="0">
                <a:solidFill>
                  <a:srgbClr val="142A3C"/>
                </a:solidFill>
                <a:latin typeface="DejaVu Sans"/>
                <a:ea typeface="DejaVu Sans"/>
                <a:cs typeface="DejaVu Sans"/>
              </a:defRPr>
            </a:lvl5pPr>
            <a:lvl6pPr algn="l">
              <a:defRPr sz="1875" b="0">
                <a:solidFill>
                  <a:srgbClr val="142A3C"/>
                </a:solidFill>
                <a:latin typeface="DejaVu Sans"/>
                <a:ea typeface="DejaVu Sans"/>
                <a:cs typeface="DejaVu Sans"/>
              </a:defRPr>
            </a:lvl6pPr>
            <a:lvl7pPr algn="l">
              <a:defRPr sz="1875" b="0">
                <a:solidFill>
                  <a:srgbClr val="142A3C"/>
                </a:solidFill>
                <a:latin typeface="DejaVu Sans"/>
                <a:ea typeface="DejaVu Sans"/>
                <a:cs typeface="DejaVu Sans"/>
              </a:defRPr>
            </a:lvl7pPr>
            <a:lvl8pPr algn="l">
              <a:defRPr sz="1875" b="0">
                <a:solidFill>
                  <a:srgbClr val="142A3C"/>
                </a:solidFill>
                <a:latin typeface="DejaVu Sans"/>
                <a:ea typeface="DejaVu Sans"/>
                <a:cs typeface="DejaVu Sans"/>
              </a:defRPr>
            </a:lvl8pPr>
            <a:lvl9pPr algn="l">
              <a:defRPr sz="1875" b="0">
                <a:solidFill>
                  <a:srgbClr val="142A3C"/>
                </a:solidFill>
                <a:latin typeface="DejaVu Sans"/>
                <a:ea typeface="DejaVu Sans"/>
                <a:cs typeface="DejaVu Sans"/>
              </a:defRPr>
            </a:lvl9pPr>
          </a:lstStyle>
          <a:p xmlns:a="http://schemas.openxmlformats.org/drawingml/2006/main">
            <a:pPr algn="l">
              <a:defRPr sz="1875" b="0">
                <a:solidFill>
                  <a:srgbClr val="142A3C"/>
                </a:solidFill>
                <a:latin typeface="DejaVu Sans"/>
                <a:ea typeface="DejaVu Sans"/>
                <a:cs typeface="DejaVu Sans"/>
              </a:defRPr>
            </a:pPr>
            <a:r>
              <a:rPr sz="1875" b="0">
                <a:solidFill>
                  <a:srgbClr val="142A3C"/>
                </a:solidFill>
                <a:latin typeface="DejaVu Sans"/>
                <a:ea typeface="DejaVu Sans"/>
                <a:cs typeface="DejaVu Sans"/>
              </a:rPr>
              <a:t>False information shared without a deliberate intention to mislead.</a:t>
            </a:r>
          </a:p>
        </p:txBody>
      </p:sp>
      <p:sp>
        <p:nvSpPr>
          <p:cNvPr id="7" name="text-6">
            <a:extLst xmlns:a="http://schemas.openxmlformats.org/drawingml/2006/main">
              <a:ext uri="{FF2B5EF4-FFF2-40B4-BE49-F238E27FC236}">
                <a16:creationId xmlns:a16="http://schemas.microsoft.com/office/drawing/2014/main" id="{AA538372-BA1C-41D3-BCDE-9B165BA612A0}"/>
              </a:ext>
            </a:extLst>
          </p:cNvPr>
          <p:cNvSpPr>
            <a:spLocks xmlns:a="http://schemas.openxmlformats.org/drawingml/2006/main" noGrp="1"/>
          </p:cNvSpPr>
          <p:nvPr/>
        </p:nvSpPr>
        <p:spPr>
          <a:xfrm xmlns:a="http://schemas.openxmlformats.org/drawingml/2006/main">
            <a:off x="609600" y="3371850"/>
            <a:ext cx="5095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DISINFORMATION</a:t>
            </a:r>
          </a:p>
        </p:txBody>
      </p:sp>
      <p:sp>
        <p:nvSpPr>
          <p:cNvPr id="8" name="text-7">
            <a:extLst xmlns:a="http://schemas.openxmlformats.org/drawingml/2006/main">
              <a:ext uri="{FF2B5EF4-FFF2-40B4-BE49-F238E27FC236}">
                <a16:creationId xmlns:a16="http://schemas.microsoft.com/office/drawing/2014/main" id="{27096968-8150-414C-BBD8-B0BCC2255024}"/>
              </a:ext>
            </a:extLst>
          </p:cNvPr>
          <p:cNvSpPr>
            <a:spLocks xmlns:a="http://schemas.openxmlformats.org/drawingml/2006/main" noGrp="1"/>
          </p:cNvSpPr>
          <p:nvPr/>
        </p:nvSpPr>
        <p:spPr>
          <a:xfrm xmlns:a="http://schemas.openxmlformats.org/drawingml/2006/main">
            <a:off x="609600" y="3695700"/>
            <a:ext cx="5095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A3C"/>
                </a:solidFill>
                <a:latin typeface="DejaVu Sans"/>
                <a:ea typeface="DejaVu Sans"/>
                <a:cs typeface="DejaVu Sans"/>
              </a:defRPr>
            </a:defPPr>
            <a:lvl1pPr algn="l">
              <a:defRPr sz="1875" b="0">
                <a:solidFill>
                  <a:srgbClr val="142A3C"/>
                </a:solidFill>
                <a:latin typeface="DejaVu Sans"/>
                <a:ea typeface="DejaVu Sans"/>
                <a:cs typeface="DejaVu Sans"/>
              </a:defRPr>
            </a:lvl1pPr>
            <a:lvl2pPr algn="l">
              <a:defRPr sz="1875" b="0">
                <a:solidFill>
                  <a:srgbClr val="142A3C"/>
                </a:solidFill>
                <a:latin typeface="DejaVu Sans"/>
                <a:ea typeface="DejaVu Sans"/>
                <a:cs typeface="DejaVu Sans"/>
              </a:defRPr>
            </a:lvl2pPr>
            <a:lvl3pPr algn="l">
              <a:defRPr sz="1875" b="0">
                <a:solidFill>
                  <a:srgbClr val="142A3C"/>
                </a:solidFill>
                <a:latin typeface="DejaVu Sans"/>
                <a:ea typeface="DejaVu Sans"/>
                <a:cs typeface="DejaVu Sans"/>
              </a:defRPr>
            </a:lvl3pPr>
            <a:lvl4pPr algn="l">
              <a:defRPr sz="1875" b="0">
                <a:solidFill>
                  <a:srgbClr val="142A3C"/>
                </a:solidFill>
                <a:latin typeface="DejaVu Sans"/>
                <a:ea typeface="DejaVu Sans"/>
                <a:cs typeface="DejaVu Sans"/>
              </a:defRPr>
            </a:lvl4pPr>
            <a:lvl5pPr algn="l">
              <a:defRPr sz="1875" b="0">
                <a:solidFill>
                  <a:srgbClr val="142A3C"/>
                </a:solidFill>
                <a:latin typeface="DejaVu Sans"/>
                <a:ea typeface="DejaVu Sans"/>
                <a:cs typeface="DejaVu Sans"/>
              </a:defRPr>
            </a:lvl5pPr>
            <a:lvl6pPr algn="l">
              <a:defRPr sz="1875" b="0">
                <a:solidFill>
                  <a:srgbClr val="142A3C"/>
                </a:solidFill>
                <a:latin typeface="DejaVu Sans"/>
                <a:ea typeface="DejaVu Sans"/>
                <a:cs typeface="DejaVu Sans"/>
              </a:defRPr>
            </a:lvl6pPr>
            <a:lvl7pPr algn="l">
              <a:defRPr sz="1875" b="0">
                <a:solidFill>
                  <a:srgbClr val="142A3C"/>
                </a:solidFill>
                <a:latin typeface="DejaVu Sans"/>
                <a:ea typeface="DejaVu Sans"/>
                <a:cs typeface="DejaVu Sans"/>
              </a:defRPr>
            </a:lvl7pPr>
            <a:lvl8pPr algn="l">
              <a:defRPr sz="1875" b="0">
                <a:solidFill>
                  <a:srgbClr val="142A3C"/>
                </a:solidFill>
                <a:latin typeface="DejaVu Sans"/>
                <a:ea typeface="DejaVu Sans"/>
                <a:cs typeface="DejaVu Sans"/>
              </a:defRPr>
            </a:lvl8pPr>
            <a:lvl9pPr algn="l">
              <a:defRPr sz="1875" b="0">
                <a:solidFill>
                  <a:srgbClr val="142A3C"/>
                </a:solidFill>
                <a:latin typeface="DejaVu Sans"/>
                <a:ea typeface="DejaVu Sans"/>
                <a:cs typeface="DejaVu Sans"/>
              </a:defRPr>
            </a:lvl9pPr>
          </a:lstStyle>
          <a:p xmlns:a="http://schemas.openxmlformats.org/drawingml/2006/main">
            <a:pPr algn="l">
              <a:defRPr sz="1875" b="0">
                <a:solidFill>
                  <a:srgbClr val="142A3C"/>
                </a:solidFill>
                <a:latin typeface="DejaVu Sans"/>
                <a:ea typeface="DejaVu Sans"/>
                <a:cs typeface="DejaVu Sans"/>
              </a:defRPr>
            </a:pPr>
            <a:r>
              <a:rPr sz="1875" b="0">
                <a:solidFill>
                  <a:srgbClr val="142A3C"/>
                </a:solidFill>
                <a:latin typeface="DejaVu Sans"/>
                <a:ea typeface="DejaVu Sans"/>
                <a:cs typeface="DejaVu Sans"/>
              </a:rPr>
              <a:t>False or misleading information deliberately spread to deceive.</a:t>
            </a:r>
          </a:p>
        </p:txBody>
      </p:sp>
      <p:sp>
        <p:nvSpPr>
          <p:cNvPr id="9" name="text-8">
            <a:extLst xmlns:a="http://schemas.openxmlformats.org/drawingml/2006/main">
              <a:ext uri="{FF2B5EF4-FFF2-40B4-BE49-F238E27FC236}">
                <a16:creationId xmlns:a16="http://schemas.microsoft.com/office/drawing/2014/main" id="{05FAF67F-14E0-4D48-9FE8-46C52E12296D}"/>
              </a:ext>
            </a:extLst>
          </p:cNvPr>
          <p:cNvSpPr>
            <a:spLocks xmlns:a="http://schemas.openxmlformats.org/drawingml/2006/main" noGrp="1"/>
          </p:cNvSpPr>
          <p:nvPr/>
        </p:nvSpPr>
        <p:spPr>
          <a:xfrm xmlns:a="http://schemas.openxmlformats.org/drawingml/2006/main">
            <a:off x="6477000" y="1828800"/>
            <a:ext cx="5095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DEEPFAKES AND IMPERSONATION</a:t>
            </a:r>
          </a:p>
        </p:txBody>
      </p:sp>
      <p:sp>
        <p:nvSpPr>
          <p:cNvPr id="10" name="text-9">
            <a:extLst xmlns:a="http://schemas.openxmlformats.org/drawingml/2006/main">
              <a:ext uri="{FF2B5EF4-FFF2-40B4-BE49-F238E27FC236}">
                <a16:creationId xmlns:a16="http://schemas.microsoft.com/office/drawing/2014/main" id="{D645BE74-F56A-4816-9555-08F19DAC8A6D}"/>
              </a:ext>
            </a:extLst>
          </p:cNvPr>
          <p:cNvSpPr>
            <a:spLocks xmlns:a="http://schemas.openxmlformats.org/drawingml/2006/main" noGrp="1"/>
          </p:cNvSpPr>
          <p:nvPr/>
        </p:nvSpPr>
        <p:spPr>
          <a:xfrm xmlns:a="http://schemas.openxmlformats.org/drawingml/2006/main">
            <a:off x="6477000" y="2152650"/>
            <a:ext cx="5095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A3C"/>
                </a:solidFill>
                <a:latin typeface="DejaVu Sans"/>
                <a:ea typeface="DejaVu Sans"/>
                <a:cs typeface="DejaVu Sans"/>
              </a:defRPr>
            </a:defPPr>
            <a:lvl1pPr algn="l">
              <a:defRPr sz="1875" b="0">
                <a:solidFill>
                  <a:srgbClr val="142A3C"/>
                </a:solidFill>
                <a:latin typeface="DejaVu Sans"/>
                <a:ea typeface="DejaVu Sans"/>
                <a:cs typeface="DejaVu Sans"/>
              </a:defRPr>
            </a:lvl1pPr>
            <a:lvl2pPr algn="l">
              <a:defRPr sz="1875" b="0">
                <a:solidFill>
                  <a:srgbClr val="142A3C"/>
                </a:solidFill>
                <a:latin typeface="DejaVu Sans"/>
                <a:ea typeface="DejaVu Sans"/>
                <a:cs typeface="DejaVu Sans"/>
              </a:defRPr>
            </a:lvl2pPr>
            <a:lvl3pPr algn="l">
              <a:defRPr sz="1875" b="0">
                <a:solidFill>
                  <a:srgbClr val="142A3C"/>
                </a:solidFill>
                <a:latin typeface="DejaVu Sans"/>
                <a:ea typeface="DejaVu Sans"/>
                <a:cs typeface="DejaVu Sans"/>
              </a:defRPr>
            </a:lvl3pPr>
            <a:lvl4pPr algn="l">
              <a:defRPr sz="1875" b="0">
                <a:solidFill>
                  <a:srgbClr val="142A3C"/>
                </a:solidFill>
                <a:latin typeface="DejaVu Sans"/>
                <a:ea typeface="DejaVu Sans"/>
                <a:cs typeface="DejaVu Sans"/>
              </a:defRPr>
            </a:lvl4pPr>
            <a:lvl5pPr algn="l">
              <a:defRPr sz="1875" b="0">
                <a:solidFill>
                  <a:srgbClr val="142A3C"/>
                </a:solidFill>
                <a:latin typeface="DejaVu Sans"/>
                <a:ea typeface="DejaVu Sans"/>
                <a:cs typeface="DejaVu Sans"/>
              </a:defRPr>
            </a:lvl5pPr>
            <a:lvl6pPr algn="l">
              <a:defRPr sz="1875" b="0">
                <a:solidFill>
                  <a:srgbClr val="142A3C"/>
                </a:solidFill>
                <a:latin typeface="DejaVu Sans"/>
                <a:ea typeface="DejaVu Sans"/>
                <a:cs typeface="DejaVu Sans"/>
              </a:defRPr>
            </a:lvl6pPr>
            <a:lvl7pPr algn="l">
              <a:defRPr sz="1875" b="0">
                <a:solidFill>
                  <a:srgbClr val="142A3C"/>
                </a:solidFill>
                <a:latin typeface="DejaVu Sans"/>
                <a:ea typeface="DejaVu Sans"/>
                <a:cs typeface="DejaVu Sans"/>
              </a:defRPr>
            </a:lvl7pPr>
            <a:lvl8pPr algn="l">
              <a:defRPr sz="1875" b="0">
                <a:solidFill>
                  <a:srgbClr val="142A3C"/>
                </a:solidFill>
                <a:latin typeface="DejaVu Sans"/>
                <a:ea typeface="DejaVu Sans"/>
                <a:cs typeface="DejaVu Sans"/>
              </a:defRPr>
            </a:lvl8pPr>
            <a:lvl9pPr algn="l">
              <a:defRPr sz="1875" b="0">
                <a:solidFill>
                  <a:srgbClr val="142A3C"/>
                </a:solidFill>
                <a:latin typeface="DejaVu Sans"/>
                <a:ea typeface="DejaVu Sans"/>
                <a:cs typeface="DejaVu Sans"/>
              </a:defRPr>
            </a:lvl9pPr>
          </a:lstStyle>
          <a:p xmlns:a="http://schemas.openxmlformats.org/drawingml/2006/main">
            <a:pPr algn="l">
              <a:defRPr sz="1875" b="0">
                <a:solidFill>
                  <a:srgbClr val="142A3C"/>
                </a:solidFill>
                <a:latin typeface="DejaVu Sans"/>
                <a:ea typeface="DejaVu Sans"/>
                <a:cs typeface="DejaVu Sans"/>
              </a:defRPr>
            </a:pPr>
            <a:r>
              <a:rPr sz="1875" b="0">
                <a:solidFill>
                  <a:srgbClr val="142A3C"/>
                </a:solidFill>
                <a:latin typeface="DejaVu Sans"/>
                <a:ea typeface="DejaVu Sans"/>
                <a:cs typeface="DejaVu Sans"/>
              </a:rPr>
              <a:t>Synthetic audio, images or video that imitate a real person or event.</a:t>
            </a:r>
          </a:p>
        </p:txBody>
      </p:sp>
      <p:sp>
        <p:nvSpPr>
          <p:cNvPr id="11" name="text-10">
            <a:extLst xmlns:a="http://schemas.openxmlformats.org/drawingml/2006/main">
              <a:ext uri="{FF2B5EF4-FFF2-40B4-BE49-F238E27FC236}">
                <a16:creationId xmlns:a16="http://schemas.microsoft.com/office/drawing/2014/main" id="{A42DCC37-EC2A-468B-811E-6C59BC194ED1}"/>
              </a:ext>
            </a:extLst>
          </p:cNvPr>
          <p:cNvSpPr>
            <a:spLocks xmlns:a="http://schemas.openxmlformats.org/drawingml/2006/main" noGrp="1"/>
          </p:cNvSpPr>
          <p:nvPr/>
        </p:nvSpPr>
        <p:spPr>
          <a:xfrm xmlns:a="http://schemas.openxmlformats.org/drawingml/2006/main">
            <a:off x="6477000" y="3371850"/>
            <a:ext cx="5095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FABRICATED NEWS AND ALGORITHMS</a:t>
            </a:r>
          </a:p>
        </p:txBody>
      </p:sp>
      <p:sp>
        <p:nvSpPr>
          <p:cNvPr id="12" name="text-11">
            <a:extLst xmlns:a="http://schemas.openxmlformats.org/drawingml/2006/main">
              <a:ext uri="{FF2B5EF4-FFF2-40B4-BE49-F238E27FC236}">
                <a16:creationId xmlns:a16="http://schemas.microsoft.com/office/drawing/2014/main" id="{A5BE2D31-AE74-4DF9-A21A-7DB9207D0D11}"/>
              </a:ext>
            </a:extLst>
          </p:cNvPr>
          <p:cNvSpPr>
            <a:spLocks xmlns:a="http://schemas.openxmlformats.org/drawingml/2006/main" noGrp="1"/>
          </p:cNvSpPr>
          <p:nvPr/>
        </p:nvSpPr>
        <p:spPr>
          <a:xfrm xmlns:a="http://schemas.openxmlformats.org/drawingml/2006/main">
            <a:off x="6477000" y="3695700"/>
            <a:ext cx="50958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A3C"/>
                </a:solidFill>
                <a:latin typeface="DejaVu Sans"/>
                <a:ea typeface="DejaVu Sans"/>
                <a:cs typeface="DejaVu Sans"/>
              </a:defRPr>
            </a:defPPr>
            <a:lvl1pPr algn="l">
              <a:defRPr sz="1875" b="0">
                <a:solidFill>
                  <a:srgbClr val="142A3C"/>
                </a:solidFill>
                <a:latin typeface="DejaVu Sans"/>
                <a:ea typeface="DejaVu Sans"/>
                <a:cs typeface="DejaVu Sans"/>
              </a:defRPr>
            </a:lvl1pPr>
            <a:lvl2pPr algn="l">
              <a:defRPr sz="1875" b="0">
                <a:solidFill>
                  <a:srgbClr val="142A3C"/>
                </a:solidFill>
                <a:latin typeface="DejaVu Sans"/>
                <a:ea typeface="DejaVu Sans"/>
                <a:cs typeface="DejaVu Sans"/>
              </a:defRPr>
            </a:lvl2pPr>
            <a:lvl3pPr algn="l">
              <a:defRPr sz="1875" b="0">
                <a:solidFill>
                  <a:srgbClr val="142A3C"/>
                </a:solidFill>
                <a:latin typeface="DejaVu Sans"/>
                <a:ea typeface="DejaVu Sans"/>
                <a:cs typeface="DejaVu Sans"/>
              </a:defRPr>
            </a:lvl3pPr>
            <a:lvl4pPr algn="l">
              <a:defRPr sz="1875" b="0">
                <a:solidFill>
                  <a:srgbClr val="142A3C"/>
                </a:solidFill>
                <a:latin typeface="DejaVu Sans"/>
                <a:ea typeface="DejaVu Sans"/>
                <a:cs typeface="DejaVu Sans"/>
              </a:defRPr>
            </a:lvl4pPr>
            <a:lvl5pPr algn="l">
              <a:defRPr sz="1875" b="0">
                <a:solidFill>
                  <a:srgbClr val="142A3C"/>
                </a:solidFill>
                <a:latin typeface="DejaVu Sans"/>
                <a:ea typeface="DejaVu Sans"/>
                <a:cs typeface="DejaVu Sans"/>
              </a:defRPr>
            </a:lvl5pPr>
            <a:lvl6pPr algn="l">
              <a:defRPr sz="1875" b="0">
                <a:solidFill>
                  <a:srgbClr val="142A3C"/>
                </a:solidFill>
                <a:latin typeface="DejaVu Sans"/>
                <a:ea typeface="DejaVu Sans"/>
                <a:cs typeface="DejaVu Sans"/>
              </a:defRPr>
            </a:lvl6pPr>
            <a:lvl7pPr algn="l">
              <a:defRPr sz="1875" b="0">
                <a:solidFill>
                  <a:srgbClr val="142A3C"/>
                </a:solidFill>
                <a:latin typeface="DejaVu Sans"/>
                <a:ea typeface="DejaVu Sans"/>
                <a:cs typeface="DejaVu Sans"/>
              </a:defRPr>
            </a:lvl7pPr>
            <a:lvl8pPr algn="l">
              <a:defRPr sz="1875" b="0">
                <a:solidFill>
                  <a:srgbClr val="142A3C"/>
                </a:solidFill>
                <a:latin typeface="DejaVu Sans"/>
                <a:ea typeface="DejaVu Sans"/>
                <a:cs typeface="DejaVu Sans"/>
              </a:defRPr>
            </a:lvl8pPr>
            <a:lvl9pPr algn="l">
              <a:defRPr sz="1875" b="0">
                <a:solidFill>
                  <a:srgbClr val="142A3C"/>
                </a:solidFill>
                <a:latin typeface="DejaVu Sans"/>
                <a:ea typeface="DejaVu Sans"/>
                <a:cs typeface="DejaVu Sans"/>
              </a:defRPr>
            </a:lvl9pPr>
          </a:lstStyle>
          <a:p xmlns:a="http://schemas.openxmlformats.org/drawingml/2006/main">
            <a:pPr algn="l">
              <a:defRPr sz="1875" b="0">
                <a:solidFill>
                  <a:srgbClr val="142A3C"/>
                </a:solidFill>
                <a:latin typeface="DejaVu Sans"/>
                <a:ea typeface="DejaVu Sans"/>
                <a:cs typeface="DejaVu Sans"/>
              </a:defRPr>
            </a:pPr>
            <a:r>
              <a:rPr sz="1875" b="0">
                <a:solidFill>
                  <a:srgbClr val="142A3C"/>
                </a:solidFill>
                <a:latin typeface="DejaVu Sans"/>
                <a:ea typeface="DejaVu Sans"/>
                <a:cs typeface="DejaVu Sans"/>
              </a:rPr>
              <a:t>AI can produce false news stories. Recommender systems select and rank what users see.</a:t>
            </a:r>
          </a:p>
        </p:txBody>
      </p:sp>
      <p:sp>
        <p:nvSpPr>
          <p:cNvPr id="13" name="text-12">
            <a:extLst xmlns:a="http://schemas.openxmlformats.org/drawingml/2006/main">
              <a:ext uri="{FF2B5EF4-FFF2-40B4-BE49-F238E27FC236}">
                <a16:creationId xmlns:a16="http://schemas.microsoft.com/office/drawing/2014/main" id="{33AEB056-80C6-4C06-BCBC-74BF3B957A6D}"/>
              </a:ext>
            </a:extLst>
          </p:cNvPr>
          <p:cNvSpPr>
            <a:spLocks xmlns:a="http://schemas.openxmlformats.org/drawingml/2006/main" noGrp="1"/>
          </p:cNvSpPr>
          <p:nvPr/>
        </p:nvSpPr>
        <p:spPr>
          <a:xfrm xmlns:a="http://schemas.openxmlformats.org/drawingml/2006/main">
            <a:off x="609600" y="5543550"/>
            <a:ext cx="10858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94838"/>
                </a:solidFill>
                <a:latin typeface="DejaVu Sans"/>
                <a:ea typeface="DejaVu Sans"/>
                <a:cs typeface="DejaVu Sans"/>
              </a:defRPr>
            </a:defPPr>
            <a:lvl1pPr algn="l">
              <a:defRPr sz="1875" b="1">
                <a:solidFill>
                  <a:srgbClr val="B94838"/>
                </a:solidFill>
                <a:latin typeface="DejaVu Sans"/>
                <a:ea typeface="DejaVu Sans"/>
                <a:cs typeface="DejaVu Sans"/>
              </a:defRPr>
            </a:lvl1pPr>
            <a:lvl2pPr algn="l">
              <a:defRPr sz="1875" b="1">
                <a:solidFill>
                  <a:srgbClr val="B94838"/>
                </a:solidFill>
                <a:latin typeface="DejaVu Sans"/>
                <a:ea typeface="DejaVu Sans"/>
                <a:cs typeface="DejaVu Sans"/>
              </a:defRPr>
            </a:lvl2pPr>
            <a:lvl3pPr algn="l">
              <a:defRPr sz="1875" b="1">
                <a:solidFill>
                  <a:srgbClr val="B94838"/>
                </a:solidFill>
                <a:latin typeface="DejaVu Sans"/>
                <a:ea typeface="DejaVu Sans"/>
                <a:cs typeface="DejaVu Sans"/>
              </a:defRPr>
            </a:lvl3pPr>
            <a:lvl4pPr algn="l">
              <a:defRPr sz="1875" b="1">
                <a:solidFill>
                  <a:srgbClr val="B94838"/>
                </a:solidFill>
                <a:latin typeface="DejaVu Sans"/>
                <a:ea typeface="DejaVu Sans"/>
                <a:cs typeface="DejaVu Sans"/>
              </a:defRPr>
            </a:lvl4pPr>
            <a:lvl5pPr algn="l">
              <a:defRPr sz="1875" b="1">
                <a:solidFill>
                  <a:srgbClr val="B94838"/>
                </a:solidFill>
                <a:latin typeface="DejaVu Sans"/>
                <a:ea typeface="DejaVu Sans"/>
                <a:cs typeface="DejaVu Sans"/>
              </a:defRPr>
            </a:lvl5pPr>
            <a:lvl6pPr algn="l">
              <a:defRPr sz="1875" b="1">
                <a:solidFill>
                  <a:srgbClr val="B94838"/>
                </a:solidFill>
                <a:latin typeface="DejaVu Sans"/>
                <a:ea typeface="DejaVu Sans"/>
                <a:cs typeface="DejaVu Sans"/>
              </a:defRPr>
            </a:lvl6pPr>
            <a:lvl7pPr algn="l">
              <a:defRPr sz="1875" b="1">
                <a:solidFill>
                  <a:srgbClr val="B94838"/>
                </a:solidFill>
                <a:latin typeface="DejaVu Sans"/>
                <a:ea typeface="DejaVu Sans"/>
                <a:cs typeface="DejaVu Sans"/>
              </a:defRPr>
            </a:lvl7pPr>
            <a:lvl8pPr algn="l">
              <a:defRPr sz="1875" b="1">
                <a:solidFill>
                  <a:srgbClr val="B94838"/>
                </a:solidFill>
                <a:latin typeface="DejaVu Sans"/>
                <a:ea typeface="DejaVu Sans"/>
                <a:cs typeface="DejaVu Sans"/>
              </a:defRPr>
            </a:lvl8pPr>
            <a:lvl9pPr algn="l">
              <a:defRPr sz="1875" b="1">
                <a:solidFill>
                  <a:srgbClr val="B94838"/>
                </a:solidFill>
                <a:latin typeface="DejaVu Sans"/>
                <a:ea typeface="DejaVu Sans"/>
                <a:cs typeface="DejaVu Sans"/>
              </a:defRPr>
            </a:lvl9pPr>
          </a:lstStyle>
          <a:p xmlns:a="http://schemas.openxmlformats.org/drawingml/2006/main">
            <a:pPr algn="l">
              <a:defRPr sz="1875" b="1">
                <a:solidFill>
                  <a:srgbClr val="B94838"/>
                </a:solidFill>
                <a:latin typeface="DejaVu Sans"/>
                <a:ea typeface="DejaVu Sans"/>
                <a:cs typeface="DejaVu Sans"/>
              </a:defRPr>
            </a:pPr>
            <a:r>
              <a:rPr sz="1875" b="1">
                <a:solidFill>
                  <a:srgbClr val="B94838"/>
                </a:solidFill>
                <a:latin typeface="DejaVu Sans"/>
                <a:ea typeface="DejaVu Sans"/>
                <a:cs typeface="DejaVu Sans"/>
              </a:rPr>
              <a:t>The same false post can begin as disinformation and spread further as misinformation.</a:t>
            </a:r>
          </a:p>
        </p:txBody>
      </p:sp>
    </p:spTree>
    <p:extLst>
      <p:ext uri="{BB962C8B-B14F-4D97-AF65-F5344CB8AC3E}">
        <p14:creationId xmlns:p14="http://schemas.microsoft.com/office/powerpoint/2010/main" val="695599951"/>
      </p:ext>
    </p:extLst>
  </p:cSld>
</p:sld>
</file>

<file path=ppt/slides/slide3.xml><?xml version="1.0" encoding="utf-8"?>
<p:sld xmlns:p="http://schemas.openxmlformats.org/presentationml/2006/main">
  <p:cSld>
    <p:bg>
      <p:bgPr>
        <a:solidFill xmlns:a="http://schemas.openxmlformats.org/drawingml/2006/main">
          <a:srgbClr val="142A3C"/>
        </a:solidFill>
      </p:bgPr>
    </p:bg>
    <p:spTree>
      <p:nvGrpSpPr>
        <p:cNvPr id="1" name=""/>
        <p:cNvGrpSpPr/>
        <p:nvPr/>
      </p:nvGrpSpPr>
      <p:grpSpPr>
        <a:xfrm xmlns:a="http://schemas.openxmlformats.org/drawingml/2006/main"/>
      </p:grpSpPr>
      <p:sp>
        <p:nvSpPr>
          <p:cNvPr id="22" name="text-0">
            <a:extLst xmlns:a="http://schemas.openxmlformats.org/drawingml/2006/main">
              <a:ext uri="{FF2B5EF4-FFF2-40B4-BE49-F238E27FC236}">
                <a16:creationId xmlns:a16="http://schemas.microsoft.com/office/drawing/2014/main" id="{C815B6E2-BA75-44BC-8906-7D0EE5CED736}"/>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C7D3D9"/>
                </a:solidFill>
                <a:latin typeface="DejaVu Sans"/>
                <a:ea typeface="DejaVu Sans"/>
                <a:cs typeface="DejaVu Sans"/>
              </a:defRPr>
            </a:defPPr>
            <a:lvl1pPr algn="l">
              <a:defRPr sz="1200" b="1">
                <a:solidFill>
                  <a:srgbClr val="C7D3D9"/>
                </a:solidFill>
                <a:latin typeface="DejaVu Sans"/>
                <a:ea typeface="DejaVu Sans"/>
                <a:cs typeface="DejaVu Sans"/>
              </a:defRPr>
            </a:lvl1pPr>
            <a:lvl2pPr algn="l">
              <a:defRPr sz="1200" b="1">
                <a:solidFill>
                  <a:srgbClr val="C7D3D9"/>
                </a:solidFill>
                <a:latin typeface="DejaVu Sans"/>
                <a:ea typeface="DejaVu Sans"/>
                <a:cs typeface="DejaVu Sans"/>
              </a:defRPr>
            </a:lvl2pPr>
            <a:lvl3pPr algn="l">
              <a:defRPr sz="1200" b="1">
                <a:solidFill>
                  <a:srgbClr val="C7D3D9"/>
                </a:solidFill>
                <a:latin typeface="DejaVu Sans"/>
                <a:ea typeface="DejaVu Sans"/>
                <a:cs typeface="DejaVu Sans"/>
              </a:defRPr>
            </a:lvl3pPr>
            <a:lvl4pPr algn="l">
              <a:defRPr sz="1200" b="1">
                <a:solidFill>
                  <a:srgbClr val="C7D3D9"/>
                </a:solidFill>
                <a:latin typeface="DejaVu Sans"/>
                <a:ea typeface="DejaVu Sans"/>
                <a:cs typeface="DejaVu Sans"/>
              </a:defRPr>
            </a:lvl4pPr>
            <a:lvl5pPr algn="l">
              <a:defRPr sz="1200" b="1">
                <a:solidFill>
                  <a:srgbClr val="C7D3D9"/>
                </a:solidFill>
                <a:latin typeface="DejaVu Sans"/>
                <a:ea typeface="DejaVu Sans"/>
                <a:cs typeface="DejaVu Sans"/>
              </a:defRPr>
            </a:lvl5pPr>
            <a:lvl6pPr algn="l">
              <a:defRPr sz="1200" b="1">
                <a:solidFill>
                  <a:srgbClr val="C7D3D9"/>
                </a:solidFill>
                <a:latin typeface="DejaVu Sans"/>
                <a:ea typeface="DejaVu Sans"/>
                <a:cs typeface="DejaVu Sans"/>
              </a:defRPr>
            </a:lvl6pPr>
            <a:lvl7pPr algn="l">
              <a:defRPr sz="1200" b="1">
                <a:solidFill>
                  <a:srgbClr val="C7D3D9"/>
                </a:solidFill>
                <a:latin typeface="DejaVu Sans"/>
                <a:ea typeface="DejaVu Sans"/>
                <a:cs typeface="DejaVu Sans"/>
              </a:defRPr>
            </a:lvl7pPr>
            <a:lvl8pPr algn="l">
              <a:defRPr sz="1200" b="1">
                <a:solidFill>
                  <a:srgbClr val="C7D3D9"/>
                </a:solidFill>
                <a:latin typeface="DejaVu Sans"/>
                <a:ea typeface="DejaVu Sans"/>
                <a:cs typeface="DejaVu Sans"/>
              </a:defRPr>
            </a:lvl8pPr>
            <a:lvl9pPr algn="l">
              <a:defRPr sz="1200" b="1">
                <a:solidFill>
                  <a:srgbClr val="C7D3D9"/>
                </a:solidFill>
                <a:latin typeface="DejaVu Sans"/>
                <a:ea typeface="DejaVu Sans"/>
                <a:cs typeface="DejaVu Sans"/>
              </a:defRPr>
            </a:lvl9pPr>
          </a:lstStyle>
          <a:p xmlns:a="http://schemas.openxmlformats.org/drawingml/2006/main">
            <a:pPr algn="l">
              <a:defRPr sz="1200" b="1">
                <a:solidFill>
                  <a:srgbClr val="C7D3D9"/>
                </a:solidFill>
                <a:latin typeface="DejaVu Sans"/>
                <a:ea typeface="DejaVu Sans"/>
                <a:cs typeface="DejaVu Sans"/>
              </a:defRPr>
            </a:pPr>
            <a:r>
              <a:rPr sz="1200" b="1">
                <a:solidFill>
                  <a:srgbClr val="C7D3D9"/>
                </a:solidFill>
                <a:latin typeface="DejaVu Sans"/>
                <a:ea typeface="DejaVu Sans"/>
                <a:cs typeface="DejaVu Sans"/>
              </a:rPr>
              <a:t>LAUDON &amp; LAUDON</a:t>
            </a:r>
          </a:p>
        </p:txBody>
      </p:sp>
      <p:sp>
        <p:nvSpPr>
          <p:cNvPr id="2" name="slide-title">
            <a:extLst xmlns:a="http://schemas.openxmlformats.org/drawingml/2006/main">
              <a:ext uri="{FF2B5EF4-FFF2-40B4-BE49-F238E27FC236}">
                <a16:creationId xmlns:a16="http://schemas.microsoft.com/office/drawing/2014/main" id="{DC9FB1F7-4DF5-43D3-B037-22DD0BD877AE}"/>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Figure 4.1: the ripple effects of technology</a:t>
            </a:r>
          </a:p>
        </p:txBody>
      </p:sp>
      <p:sp>
        <p:nvSpPr>
          <p:cNvPr id="3" name="text-2">
            <a:extLst xmlns:a="http://schemas.openxmlformats.org/drawingml/2006/main">
              <a:ext uri="{FF2B5EF4-FFF2-40B4-BE49-F238E27FC236}">
                <a16:creationId xmlns:a16="http://schemas.microsoft.com/office/drawing/2014/main" id="{5F8C90F9-028B-439F-8D25-EABE8123B3FB}"/>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C7D3D9"/>
                </a:solidFill>
                <a:latin typeface="DejaVu Sans"/>
                <a:ea typeface="DejaVu Sans"/>
                <a:cs typeface="DejaVu Sans"/>
              </a:defRPr>
            </a:defPPr>
            <a:lvl1pPr algn="r">
              <a:defRPr sz="1200" b="0">
                <a:solidFill>
                  <a:srgbClr val="C7D3D9"/>
                </a:solidFill>
                <a:latin typeface="DejaVu Sans"/>
                <a:ea typeface="DejaVu Sans"/>
                <a:cs typeface="DejaVu Sans"/>
              </a:defRPr>
            </a:lvl1pPr>
            <a:lvl2pPr algn="r">
              <a:defRPr sz="1200" b="0">
                <a:solidFill>
                  <a:srgbClr val="C7D3D9"/>
                </a:solidFill>
                <a:latin typeface="DejaVu Sans"/>
                <a:ea typeface="DejaVu Sans"/>
                <a:cs typeface="DejaVu Sans"/>
              </a:defRPr>
            </a:lvl2pPr>
            <a:lvl3pPr algn="r">
              <a:defRPr sz="1200" b="0">
                <a:solidFill>
                  <a:srgbClr val="C7D3D9"/>
                </a:solidFill>
                <a:latin typeface="DejaVu Sans"/>
                <a:ea typeface="DejaVu Sans"/>
                <a:cs typeface="DejaVu Sans"/>
              </a:defRPr>
            </a:lvl3pPr>
            <a:lvl4pPr algn="r">
              <a:defRPr sz="1200" b="0">
                <a:solidFill>
                  <a:srgbClr val="C7D3D9"/>
                </a:solidFill>
                <a:latin typeface="DejaVu Sans"/>
                <a:ea typeface="DejaVu Sans"/>
                <a:cs typeface="DejaVu Sans"/>
              </a:defRPr>
            </a:lvl4pPr>
            <a:lvl5pPr algn="r">
              <a:defRPr sz="1200" b="0">
                <a:solidFill>
                  <a:srgbClr val="C7D3D9"/>
                </a:solidFill>
                <a:latin typeface="DejaVu Sans"/>
                <a:ea typeface="DejaVu Sans"/>
                <a:cs typeface="DejaVu Sans"/>
              </a:defRPr>
            </a:lvl5pPr>
            <a:lvl6pPr algn="r">
              <a:defRPr sz="1200" b="0">
                <a:solidFill>
                  <a:srgbClr val="C7D3D9"/>
                </a:solidFill>
                <a:latin typeface="DejaVu Sans"/>
                <a:ea typeface="DejaVu Sans"/>
                <a:cs typeface="DejaVu Sans"/>
              </a:defRPr>
            </a:lvl6pPr>
            <a:lvl7pPr algn="r">
              <a:defRPr sz="1200" b="0">
                <a:solidFill>
                  <a:srgbClr val="C7D3D9"/>
                </a:solidFill>
                <a:latin typeface="DejaVu Sans"/>
                <a:ea typeface="DejaVu Sans"/>
                <a:cs typeface="DejaVu Sans"/>
              </a:defRPr>
            </a:lvl7pPr>
            <a:lvl8pPr algn="r">
              <a:defRPr sz="1200" b="0">
                <a:solidFill>
                  <a:srgbClr val="C7D3D9"/>
                </a:solidFill>
                <a:latin typeface="DejaVu Sans"/>
                <a:ea typeface="DejaVu Sans"/>
                <a:cs typeface="DejaVu Sans"/>
              </a:defRPr>
            </a:lvl8pPr>
            <a:lvl9pPr algn="r">
              <a:defRPr sz="1200" b="0">
                <a:solidFill>
                  <a:srgbClr val="C7D3D9"/>
                </a:solidFill>
                <a:latin typeface="DejaVu Sans"/>
                <a:ea typeface="DejaVu Sans"/>
                <a:cs typeface="DejaVu Sans"/>
              </a:defRPr>
            </a:lvl9pPr>
          </a:lstStyle>
          <a:p xmlns:a="http://schemas.openxmlformats.org/drawingml/2006/main">
            <a:pPr algn="r">
              <a:defRPr sz="1200" b="0">
                <a:solidFill>
                  <a:srgbClr val="C7D3D9"/>
                </a:solidFill>
                <a:latin typeface="DejaVu Sans"/>
                <a:ea typeface="DejaVu Sans"/>
                <a:cs typeface="DejaVu Sans"/>
              </a:defRPr>
            </a:pPr>
            <a:r>
              <a:rPr sz="1200" b="0">
                <a:solidFill>
                  <a:srgbClr val="C7D3D9"/>
                </a:solidFill>
                <a:latin typeface="DejaVu Sans"/>
                <a:ea typeface="DejaVu Sans"/>
                <a:cs typeface="DejaVu Sans"/>
              </a:rPr>
              <a:t>03</a:t>
            </a:r>
          </a:p>
        </p:txBody>
      </p:sp>
      <p:sp>
        <p:nvSpPr>
          <p:cNvPr id="4" name="text-3">
            <a:extLst xmlns:a="http://schemas.openxmlformats.org/drawingml/2006/main">
              <a:ext uri="{FF2B5EF4-FFF2-40B4-BE49-F238E27FC236}">
                <a16:creationId xmlns:a16="http://schemas.microsoft.com/office/drawing/2014/main" id="{33DA6901-AA10-43D8-B0C3-AF6D37A325C1}"/>
              </a:ext>
            </a:extLst>
          </p:cNvPr>
          <p:cNvSpPr>
            <a:spLocks xmlns:a="http://schemas.openxmlformats.org/drawingml/2006/main" noGrp="1"/>
          </p:cNvSpPr>
          <p:nvPr/>
        </p:nvSpPr>
        <p:spPr>
          <a:xfrm xmlns:a="http://schemas.openxmlformats.org/drawingml/2006/main">
            <a:off x="609600" y="64008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C7D3D9"/>
                </a:solidFill>
                <a:latin typeface="DejaVu Sans"/>
                <a:ea typeface="DejaVu Sans"/>
                <a:cs typeface="DejaVu Sans"/>
              </a:defRPr>
            </a:defPPr>
            <a:lvl1pPr algn="l">
              <a:defRPr sz="1050" b="0">
                <a:solidFill>
                  <a:srgbClr val="C7D3D9"/>
                </a:solidFill>
                <a:latin typeface="DejaVu Sans"/>
                <a:ea typeface="DejaVu Sans"/>
                <a:cs typeface="DejaVu Sans"/>
              </a:defRPr>
            </a:lvl1pPr>
            <a:lvl2pPr algn="l">
              <a:defRPr sz="1050" b="0">
                <a:solidFill>
                  <a:srgbClr val="C7D3D9"/>
                </a:solidFill>
                <a:latin typeface="DejaVu Sans"/>
                <a:ea typeface="DejaVu Sans"/>
                <a:cs typeface="DejaVu Sans"/>
              </a:defRPr>
            </a:lvl2pPr>
            <a:lvl3pPr algn="l">
              <a:defRPr sz="1050" b="0">
                <a:solidFill>
                  <a:srgbClr val="C7D3D9"/>
                </a:solidFill>
                <a:latin typeface="DejaVu Sans"/>
                <a:ea typeface="DejaVu Sans"/>
                <a:cs typeface="DejaVu Sans"/>
              </a:defRPr>
            </a:lvl3pPr>
            <a:lvl4pPr algn="l">
              <a:defRPr sz="1050" b="0">
                <a:solidFill>
                  <a:srgbClr val="C7D3D9"/>
                </a:solidFill>
                <a:latin typeface="DejaVu Sans"/>
                <a:ea typeface="DejaVu Sans"/>
                <a:cs typeface="DejaVu Sans"/>
              </a:defRPr>
            </a:lvl4pPr>
            <a:lvl5pPr algn="l">
              <a:defRPr sz="1050" b="0">
                <a:solidFill>
                  <a:srgbClr val="C7D3D9"/>
                </a:solidFill>
                <a:latin typeface="DejaVu Sans"/>
                <a:ea typeface="DejaVu Sans"/>
                <a:cs typeface="DejaVu Sans"/>
              </a:defRPr>
            </a:lvl5pPr>
            <a:lvl6pPr algn="l">
              <a:defRPr sz="1050" b="0">
                <a:solidFill>
                  <a:srgbClr val="C7D3D9"/>
                </a:solidFill>
                <a:latin typeface="DejaVu Sans"/>
                <a:ea typeface="DejaVu Sans"/>
                <a:cs typeface="DejaVu Sans"/>
              </a:defRPr>
            </a:lvl6pPr>
            <a:lvl7pPr algn="l">
              <a:defRPr sz="1050" b="0">
                <a:solidFill>
                  <a:srgbClr val="C7D3D9"/>
                </a:solidFill>
                <a:latin typeface="DejaVu Sans"/>
                <a:ea typeface="DejaVu Sans"/>
                <a:cs typeface="DejaVu Sans"/>
              </a:defRPr>
            </a:lvl7pPr>
            <a:lvl8pPr algn="l">
              <a:defRPr sz="1050" b="0">
                <a:solidFill>
                  <a:srgbClr val="C7D3D9"/>
                </a:solidFill>
                <a:latin typeface="DejaVu Sans"/>
                <a:ea typeface="DejaVu Sans"/>
                <a:cs typeface="DejaVu Sans"/>
              </a:defRPr>
            </a:lvl8pPr>
            <a:lvl9pPr algn="l">
              <a:defRPr sz="1050" b="0">
                <a:solidFill>
                  <a:srgbClr val="C7D3D9"/>
                </a:solidFill>
                <a:latin typeface="DejaVu Sans"/>
                <a:ea typeface="DejaVu Sans"/>
                <a:cs typeface="DejaVu Sans"/>
              </a:defRPr>
            </a:lvl9pPr>
          </a:lstStyle>
          <a:p xmlns:a="http://schemas.openxmlformats.org/drawingml/2006/main">
            <a:pPr algn="l">
              <a:defRPr sz="1050" b="0">
                <a:solidFill>
                  <a:srgbClr val="C7D3D9"/>
                </a:solidFill>
                <a:latin typeface="DejaVu Sans"/>
                <a:ea typeface="DejaVu Sans"/>
                <a:cs typeface="DejaVu Sans"/>
              </a:defRPr>
            </a:pPr>
            <a:r>
              <a:rPr sz="1050" b="0">
                <a:solidFill>
                  <a:srgbClr val="C7D3D9"/>
                </a:solidFill>
                <a:latin typeface="DejaVu Sans"/>
                <a:ea typeface="DejaVu Sans"/>
                <a:cs typeface="DejaVu Sans"/>
              </a:rPr>
              <a:t>[1] Figure 4.1, reproduced in the course slides, Chapter 4, p. 8. Wording and application are our own.</a:t>
            </a:r>
          </a:p>
        </p:txBody>
      </p:sp>
      <p:sp>
        <p:nvSpPr>
          <p:cNvPr id="5" name="text-4">
            <a:extLst xmlns:a="http://schemas.openxmlformats.org/drawingml/2006/main">
              <a:ext uri="{FF2B5EF4-FFF2-40B4-BE49-F238E27FC236}">
                <a16:creationId xmlns:a16="http://schemas.microsoft.com/office/drawing/2014/main" id="{47A18432-C0E0-40DB-B013-B188626ABE2C}"/>
              </a:ext>
            </a:extLst>
          </p:cNvPr>
          <p:cNvSpPr>
            <a:spLocks xmlns:a="http://schemas.openxmlformats.org/drawingml/2006/main" noGrp="1"/>
          </p:cNvSpPr>
          <p:nvPr/>
        </p:nvSpPr>
        <p:spPr>
          <a:xfrm xmlns:a="http://schemas.openxmlformats.org/drawingml/2006/main">
            <a:off x="609600" y="1857375"/>
            <a:ext cx="5429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7D3D9"/>
                </a:solidFill>
                <a:latin typeface="DejaVu Sans"/>
                <a:ea typeface="DejaVu Sans"/>
                <a:cs typeface="DejaVu Sans"/>
              </a:defRPr>
            </a:defPPr>
            <a:lvl1pPr algn="l">
              <a:defRPr sz="1425" b="1">
                <a:solidFill>
                  <a:srgbClr val="C7D3D9"/>
                </a:solidFill>
                <a:latin typeface="DejaVu Sans"/>
                <a:ea typeface="DejaVu Sans"/>
                <a:cs typeface="DejaVu Sans"/>
              </a:defRPr>
            </a:lvl1pPr>
            <a:lvl2pPr algn="l">
              <a:defRPr sz="1425" b="1">
                <a:solidFill>
                  <a:srgbClr val="C7D3D9"/>
                </a:solidFill>
                <a:latin typeface="DejaVu Sans"/>
                <a:ea typeface="DejaVu Sans"/>
                <a:cs typeface="DejaVu Sans"/>
              </a:defRPr>
            </a:lvl2pPr>
            <a:lvl3pPr algn="l">
              <a:defRPr sz="1425" b="1">
                <a:solidFill>
                  <a:srgbClr val="C7D3D9"/>
                </a:solidFill>
                <a:latin typeface="DejaVu Sans"/>
                <a:ea typeface="DejaVu Sans"/>
                <a:cs typeface="DejaVu Sans"/>
              </a:defRPr>
            </a:lvl3pPr>
            <a:lvl4pPr algn="l">
              <a:defRPr sz="1425" b="1">
                <a:solidFill>
                  <a:srgbClr val="C7D3D9"/>
                </a:solidFill>
                <a:latin typeface="DejaVu Sans"/>
                <a:ea typeface="DejaVu Sans"/>
                <a:cs typeface="DejaVu Sans"/>
              </a:defRPr>
            </a:lvl4pPr>
            <a:lvl5pPr algn="l">
              <a:defRPr sz="1425" b="1">
                <a:solidFill>
                  <a:srgbClr val="C7D3D9"/>
                </a:solidFill>
                <a:latin typeface="DejaVu Sans"/>
                <a:ea typeface="DejaVu Sans"/>
                <a:cs typeface="DejaVu Sans"/>
              </a:defRPr>
            </a:lvl5pPr>
            <a:lvl6pPr algn="l">
              <a:defRPr sz="1425" b="1">
                <a:solidFill>
                  <a:srgbClr val="C7D3D9"/>
                </a:solidFill>
                <a:latin typeface="DejaVu Sans"/>
                <a:ea typeface="DejaVu Sans"/>
                <a:cs typeface="DejaVu Sans"/>
              </a:defRPr>
            </a:lvl6pPr>
            <a:lvl7pPr algn="l">
              <a:defRPr sz="1425" b="1">
                <a:solidFill>
                  <a:srgbClr val="C7D3D9"/>
                </a:solidFill>
                <a:latin typeface="DejaVu Sans"/>
                <a:ea typeface="DejaVu Sans"/>
                <a:cs typeface="DejaVu Sans"/>
              </a:defRPr>
            </a:lvl7pPr>
            <a:lvl8pPr algn="l">
              <a:defRPr sz="1425" b="1">
                <a:solidFill>
                  <a:srgbClr val="C7D3D9"/>
                </a:solidFill>
                <a:latin typeface="DejaVu Sans"/>
                <a:ea typeface="DejaVu Sans"/>
                <a:cs typeface="DejaVu Sans"/>
              </a:defRPr>
            </a:lvl8pPr>
            <a:lvl9pPr algn="l">
              <a:defRPr sz="1425" b="1">
                <a:solidFill>
                  <a:srgbClr val="C7D3D9"/>
                </a:solidFill>
                <a:latin typeface="DejaVu Sans"/>
                <a:ea typeface="DejaVu Sans"/>
                <a:cs typeface="DejaVu Sans"/>
              </a:defRPr>
            </a:lvl9pPr>
          </a:lstStyle>
          <a:p xmlns:a="http://schemas.openxmlformats.org/drawingml/2006/main">
            <a:pPr algn="l">
              <a:defRPr sz="1425" b="1">
                <a:solidFill>
                  <a:srgbClr val="C7D3D9"/>
                </a:solidFill>
                <a:latin typeface="DejaVu Sans"/>
                <a:ea typeface="DejaVu Sans"/>
                <a:cs typeface="DejaVu Sans"/>
              </a:defRPr>
            </a:pPr>
            <a:r>
              <a:rPr sz="1425" b="1">
                <a:solidFill>
                  <a:srgbClr val="C7D3D9"/>
                </a:solidFill>
                <a:latin typeface="DejaVu Sans"/>
                <a:ea typeface="DejaVu Sans"/>
                <a:cs typeface="DejaVu Sans"/>
              </a:rPr>
              <a:t>INDIVIDUAL</a:t>
            </a:r>
          </a:p>
        </p:txBody>
      </p:sp>
      <p:sp>
        <p:nvSpPr>
          <p:cNvPr id="6" name="text-5">
            <a:extLst xmlns:a="http://schemas.openxmlformats.org/drawingml/2006/main">
              <a:ext uri="{FF2B5EF4-FFF2-40B4-BE49-F238E27FC236}">
                <a16:creationId xmlns:a16="http://schemas.microsoft.com/office/drawing/2014/main" id="{69D4CE77-3C45-4EFA-B73E-618732139AAF}"/>
              </a:ext>
            </a:extLst>
          </p:cNvPr>
          <p:cNvSpPr>
            <a:spLocks xmlns:a="http://schemas.openxmlformats.org/drawingml/2006/main" noGrp="1"/>
          </p:cNvSpPr>
          <p:nvPr/>
        </p:nvSpPr>
        <p:spPr>
          <a:xfrm xmlns:a="http://schemas.openxmlformats.org/drawingml/2006/main">
            <a:off x="609600" y="2181225"/>
            <a:ext cx="5429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What rights and duties do citizens, impersonated people and those sharing content have?</a:t>
            </a:r>
          </a:p>
        </p:txBody>
      </p:sp>
      <p:sp>
        <p:nvSpPr>
          <p:cNvPr id="7" name="text-6">
            <a:extLst xmlns:a="http://schemas.openxmlformats.org/drawingml/2006/main">
              <a:ext uri="{FF2B5EF4-FFF2-40B4-BE49-F238E27FC236}">
                <a16:creationId xmlns:a16="http://schemas.microsoft.com/office/drawing/2014/main" id="{874A03E9-083C-465C-9966-A5A1D1AD5982}"/>
              </a:ext>
            </a:extLst>
          </p:cNvPr>
          <p:cNvSpPr>
            <a:spLocks xmlns:a="http://schemas.openxmlformats.org/drawingml/2006/main" noGrp="1"/>
          </p:cNvSpPr>
          <p:nvPr/>
        </p:nvSpPr>
        <p:spPr>
          <a:xfrm xmlns:a="http://schemas.openxmlformats.org/drawingml/2006/main">
            <a:off x="609600" y="3314700"/>
            <a:ext cx="5429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7D3D9"/>
                </a:solidFill>
                <a:latin typeface="DejaVu Sans"/>
                <a:ea typeface="DejaVu Sans"/>
                <a:cs typeface="DejaVu Sans"/>
              </a:defRPr>
            </a:defPPr>
            <a:lvl1pPr algn="l">
              <a:defRPr sz="1425" b="1">
                <a:solidFill>
                  <a:srgbClr val="C7D3D9"/>
                </a:solidFill>
                <a:latin typeface="DejaVu Sans"/>
                <a:ea typeface="DejaVu Sans"/>
                <a:cs typeface="DejaVu Sans"/>
              </a:defRPr>
            </a:lvl1pPr>
            <a:lvl2pPr algn="l">
              <a:defRPr sz="1425" b="1">
                <a:solidFill>
                  <a:srgbClr val="C7D3D9"/>
                </a:solidFill>
                <a:latin typeface="DejaVu Sans"/>
                <a:ea typeface="DejaVu Sans"/>
                <a:cs typeface="DejaVu Sans"/>
              </a:defRPr>
            </a:lvl2pPr>
            <a:lvl3pPr algn="l">
              <a:defRPr sz="1425" b="1">
                <a:solidFill>
                  <a:srgbClr val="C7D3D9"/>
                </a:solidFill>
                <a:latin typeface="DejaVu Sans"/>
                <a:ea typeface="DejaVu Sans"/>
                <a:cs typeface="DejaVu Sans"/>
              </a:defRPr>
            </a:lvl3pPr>
            <a:lvl4pPr algn="l">
              <a:defRPr sz="1425" b="1">
                <a:solidFill>
                  <a:srgbClr val="C7D3D9"/>
                </a:solidFill>
                <a:latin typeface="DejaVu Sans"/>
                <a:ea typeface="DejaVu Sans"/>
                <a:cs typeface="DejaVu Sans"/>
              </a:defRPr>
            </a:lvl4pPr>
            <a:lvl5pPr algn="l">
              <a:defRPr sz="1425" b="1">
                <a:solidFill>
                  <a:srgbClr val="C7D3D9"/>
                </a:solidFill>
                <a:latin typeface="DejaVu Sans"/>
                <a:ea typeface="DejaVu Sans"/>
                <a:cs typeface="DejaVu Sans"/>
              </a:defRPr>
            </a:lvl5pPr>
            <a:lvl6pPr algn="l">
              <a:defRPr sz="1425" b="1">
                <a:solidFill>
                  <a:srgbClr val="C7D3D9"/>
                </a:solidFill>
                <a:latin typeface="DejaVu Sans"/>
                <a:ea typeface="DejaVu Sans"/>
                <a:cs typeface="DejaVu Sans"/>
              </a:defRPr>
            </a:lvl6pPr>
            <a:lvl7pPr algn="l">
              <a:defRPr sz="1425" b="1">
                <a:solidFill>
                  <a:srgbClr val="C7D3D9"/>
                </a:solidFill>
                <a:latin typeface="DejaVu Sans"/>
                <a:ea typeface="DejaVu Sans"/>
                <a:cs typeface="DejaVu Sans"/>
              </a:defRPr>
            </a:lvl7pPr>
            <a:lvl8pPr algn="l">
              <a:defRPr sz="1425" b="1">
                <a:solidFill>
                  <a:srgbClr val="C7D3D9"/>
                </a:solidFill>
                <a:latin typeface="DejaVu Sans"/>
                <a:ea typeface="DejaVu Sans"/>
                <a:cs typeface="DejaVu Sans"/>
              </a:defRPr>
            </a:lvl8pPr>
            <a:lvl9pPr algn="l">
              <a:defRPr sz="1425" b="1">
                <a:solidFill>
                  <a:srgbClr val="C7D3D9"/>
                </a:solidFill>
                <a:latin typeface="DejaVu Sans"/>
                <a:ea typeface="DejaVu Sans"/>
                <a:cs typeface="DejaVu Sans"/>
              </a:defRPr>
            </a:lvl9pPr>
          </a:lstStyle>
          <a:p xmlns:a="http://schemas.openxmlformats.org/drawingml/2006/main">
            <a:pPr algn="l">
              <a:defRPr sz="1425" b="1">
                <a:solidFill>
                  <a:srgbClr val="C7D3D9"/>
                </a:solidFill>
                <a:latin typeface="DejaVu Sans"/>
                <a:ea typeface="DejaVu Sans"/>
                <a:cs typeface="DejaVu Sans"/>
              </a:defRPr>
            </a:pPr>
            <a:r>
              <a:rPr sz="1425" b="1">
                <a:solidFill>
                  <a:srgbClr val="C7D3D9"/>
                </a:solidFill>
                <a:latin typeface="DejaVu Sans"/>
                <a:ea typeface="DejaVu Sans"/>
                <a:cs typeface="DejaVu Sans"/>
              </a:rPr>
              <a:t>SOCIETAL</a:t>
            </a:r>
          </a:p>
        </p:txBody>
      </p:sp>
      <p:sp>
        <p:nvSpPr>
          <p:cNvPr id="8" name="text-7">
            <a:extLst xmlns:a="http://schemas.openxmlformats.org/drawingml/2006/main">
              <a:ext uri="{FF2B5EF4-FFF2-40B4-BE49-F238E27FC236}">
                <a16:creationId xmlns:a16="http://schemas.microsoft.com/office/drawing/2014/main" id="{335C3AC5-4B65-4923-9A44-BE9D9A0E4830}"/>
              </a:ext>
            </a:extLst>
          </p:cNvPr>
          <p:cNvSpPr>
            <a:spLocks xmlns:a="http://schemas.openxmlformats.org/drawingml/2006/main" noGrp="1"/>
          </p:cNvSpPr>
          <p:nvPr/>
        </p:nvSpPr>
        <p:spPr>
          <a:xfrm xmlns:a="http://schemas.openxmlformats.org/drawingml/2006/main">
            <a:off x="609600" y="3638550"/>
            <a:ext cx="5429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How does technology affect shared trust, public debate and political participation?</a:t>
            </a:r>
          </a:p>
        </p:txBody>
      </p:sp>
      <p:sp>
        <p:nvSpPr>
          <p:cNvPr id="9" name="text-8">
            <a:extLst xmlns:a="http://schemas.openxmlformats.org/drawingml/2006/main">
              <a:ext uri="{FF2B5EF4-FFF2-40B4-BE49-F238E27FC236}">
                <a16:creationId xmlns:a16="http://schemas.microsoft.com/office/drawing/2014/main" id="{5099FB76-984F-43B2-A81A-CC801F20AED5}"/>
              </a:ext>
            </a:extLst>
          </p:cNvPr>
          <p:cNvSpPr>
            <a:spLocks xmlns:a="http://schemas.openxmlformats.org/drawingml/2006/main" noGrp="1"/>
          </p:cNvSpPr>
          <p:nvPr/>
        </p:nvSpPr>
        <p:spPr>
          <a:xfrm xmlns:a="http://schemas.openxmlformats.org/drawingml/2006/main">
            <a:off x="609600" y="4772025"/>
            <a:ext cx="5429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7D3D9"/>
                </a:solidFill>
                <a:latin typeface="DejaVu Sans"/>
                <a:ea typeface="DejaVu Sans"/>
                <a:cs typeface="DejaVu Sans"/>
              </a:defRPr>
            </a:defPPr>
            <a:lvl1pPr algn="l">
              <a:defRPr sz="1425" b="1">
                <a:solidFill>
                  <a:srgbClr val="C7D3D9"/>
                </a:solidFill>
                <a:latin typeface="DejaVu Sans"/>
                <a:ea typeface="DejaVu Sans"/>
                <a:cs typeface="DejaVu Sans"/>
              </a:defRPr>
            </a:lvl1pPr>
            <a:lvl2pPr algn="l">
              <a:defRPr sz="1425" b="1">
                <a:solidFill>
                  <a:srgbClr val="C7D3D9"/>
                </a:solidFill>
                <a:latin typeface="DejaVu Sans"/>
                <a:ea typeface="DejaVu Sans"/>
                <a:cs typeface="DejaVu Sans"/>
              </a:defRPr>
            </a:lvl2pPr>
            <a:lvl3pPr algn="l">
              <a:defRPr sz="1425" b="1">
                <a:solidFill>
                  <a:srgbClr val="C7D3D9"/>
                </a:solidFill>
                <a:latin typeface="DejaVu Sans"/>
                <a:ea typeface="DejaVu Sans"/>
                <a:cs typeface="DejaVu Sans"/>
              </a:defRPr>
            </a:lvl3pPr>
            <a:lvl4pPr algn="l">
              <a:defRPr sz="1425" b="1">
                <a:solidFill>
                  <a:srgbClr val="C7D3D9"/>
                </a:solidFill>
                <a:latin typeface="DejaVu Sans"/>
                <a:ea typeface="DejaVu Sans"/>
                <a:cs typeface="DejaVu Sans"/>
              </a:defRPr>
            </a:lvl4pPr>
            <a:lvl5pPr algn="l">
              <a:defRPr sz="1425" b="1">
                <a:solidFill>
                  <a:srgbClr val="C7D3D9"/>
                </a:solidFill>
                <a:latin typeface="DejaVu Sans"/>
                <a:ea typeface="DejaVu Sans"/>
                <a:cs typeface="DejaVu Sans"/>
              </a:defRPr>
            </a:lvl5pPr>
            <a:lvl6pPr algn="l">
              <a:defRPr sz="1425" b="1">
                <a:solidFill>
                  <a:srgbClr val="C7D3D9"/>
                </a:solidFill>
                <a:latin typeface="DejaVu Sans"/>
                <a:ea typeface="DejaVu Sans"/>
                <a:cs typeface="DejaVu Sans"/>
              </a:defRPr>
            </a:lvl6pPr>
            <a:lvl7pPr algn="l">
              <a:defRPr sz="1425" b="1">
                <a:solidFill>
                  <a:srgbClr val="C7D3D9"/>
                </a:solidFill>
                <a:latin typeface="DejaVu Sans"/>
                <a:ea typeface="DejaVu Sans"/>
                <a:cs typeface="DejaVu Sans"/>
              </a:defRPr>
            </a:lvl7pPr>
            <a:lvl8pPr algn="l">
              <a:defRPr sz="1425" b="1">
                <a:solidFill>
                  <a:srgbClr val="C7D3D9"/>
                </a:solidFill>
                <a:latin typeface="DejaVu Sans"/>
                <a:ea typeface="DejaVu Sans"/>
                <a:cs typeface="DejaVu Sans"/>
              </a:defRPr>
            </a:lvl8pPr>
            <a:lvl9pPr algn="l">
              <a:defRPr sz="1425" b="1">
                <a:solidFill>
                  <a:srgbClr val="C7D3D9"/>
                </a:solidFill>
                <a:latin typeface="DejaVu Sans"/>
                <a:ea typeface="DejaVu Sans"/>
                <a:cs typeface="DejaVu Sans"/>
              </a:defRPr>
            </a:lvl9pPr>
          </a:lstStyle>
          <a:p xmlns:a="http://schemas.openxmlformats.org/drawingml/2006/main">
            <a:pPr algn="l">
              <a:defRPr sz="1425" b="1">
                <a:solidFill>
                  <a:srgbClr val="C7D3D9"/>
                </a:solidFill>
                <a:latin typeface="DejaVu Sans"/>
                <a:ea typeface="DejaVu Sans"/>
                <a:cs typeface="DejaVu Sans"/>
              </a:defRPr>
            </a:pPr>
            <a:r>
              <a:rPr sz="1425" b="1">
                <a:solidFill>
                  <a:srgbClr val="C7D3D9"/>
                </a:solidFill>
                <a:latin typeface="DejaVu Sans"/>
                <a:ea typeface="DejaVu Sans"/>
                <a:cs typeface="DejaVu Sans"/>
              </a:rPr>
              <a:t>POLITICAL AND POLICY</a:t>
            </a:r>
          </a:p>
        </p:txBody>
      </p:sp>
      <p:sp>
        <p:nvSpPr>
          <p:cNvPr id="10" name="text-9">
            <a:extLst xmlns:a="http://schemas.openxmlformats.org/drawingml/2006/main">
              <a:ext uri="{FF2B5EF4-FFF2-40B4-BE49-F238E27FC236}">
                <a16:creationId xmlns:a16="http://schemas.microsoft.com/office/drawing/2014/main" id="{0E124241-D69D-4226-91D1-FB768EA86F32}"/>
              </a:ext>
            </a:extLst>
          </p:cNvPr>
          <p:cNvSpPr>
            <a:spLocks xmlns:a="http://schemas.openxmlformats.org/drawingml/2006/main" noGrp="1"/>
          </p:cNvSpPr>
          <p:nvPr/>
        </p:nvSpPr>
        <p:spPr>
          <a:xfrm xmlns:a="http://schemas.openxmlformats.org/drawingml/2006/main">
            <a:off x="609600" y="5095875"/>
            <a:ext cx="5429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Who should set the rules, supervise compliance and provide a right to appeal?</a:t>
            </a:r>
          </a:p>
        </p:txBody>
      </p:sp>
      <p:sp>
        <p:nvSpPr>
          <p:cNvPr id="11" name="text-10">
            <a:extLst xmlns:a="http://schemas.openxmlformats.org/drawingml/2006/main">
              <a:ext uri="{FF2B5EF4-FFF2-40B4-BE49-F238E27FC236}">
                <a16:creationId xmlns:a16="http://schemas.microsoft.com/office/drawing/2014/main" id="{99ACC4BA-FEB8-425D-B6A8-FF8AD3270C51}"/>
              </a:ext>
            </a:extLst>
          </p:cNvPr>
          <p:cNvSpPr>
            <a:spLocks xmlns:a="http://schemas.openxmlformats.org/drawingml/2006/main" noGrp="1"/>
          </p:cNvSpPr>
          <p:nvPr/>
        </p:nvSpPr>
        <p:spPr>
          <a:xfrm xmlns:a="http://schemas.openxmlformats.org/drawingml/2006/main">
            <a:off x="6858000" y="185737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DejaVu Sans"/>
                <a:ea typeface="DejaVu Sans"/>
                <a:cs typeface="DejaVu Sans"/>
              </a:defRPr>
            </a:defPPr>
            <a:lvl1pPr algn="l">
              <a:defRPr sz="2025" b="1">
                <a:solidFill>
                  <a:srgbClr val="FFFFFF"/>
                </a:solidFill>
                <a:latin typeface="DejaVu Sans"/>
                <a:ea typeface="DejaVu Sans"/>
                <a:cs typeface="DejaVu Sans"/>
              </a:defRPr>
            </a:lvl1pPr>
            <a:lvl2pPr algn="l">
              <a:defRPr sz="2025" b="1">
                <a:solidFill>
                  <a:srgbClr val="FFFFFF"/>
                </a:solidFill>
                <a:latin typeface="DejaVu Sans"/>
                <a:ea typeface="DejaVu Sans"/>
                <a:cs typeface="DejaVu Sans"/>
              </a:defRPr>
            </a:lvl2pPr>
            <a:lvl3pPr algn="l">
              <a:defRPr sz="2025" b="1">
                <a:solidFill>
                  <a:srgbClr val="FFFFFF"/>
                </a:solidFill>
                <a:latin typeface="DejaVu Sans"/>
                <a:ea typeface="DejaVu Sans"/>
                <a:cs typeface="DejaVu Sans"/>
              </a:defRPr>
            </a:lvl3pPr>
            <a:lvl4pPr algn="l">
              <a:defRPr sz="2025" b="1">
                <a:solidFill>
                  <a:srgbClr val="FFFFFF"/>
                </a:solidFill>
                <a:latin typeface="DejaVu Sans"/>
                <a:ea typeface="DejaVu Sans"/>
                <a:cs typeface="DejaVu Sans"/>
              </a:defRPr>
            </a:lvl4pPr>
            <a:lvl5pPr algn="l">
              <a:defRPr sz="2025" b="1">
                <a:solidFill>
                  <a:srgbClr val="FFFFFF"/>
                </a:solidFill>
                <a:latin typeface="DejaVu Sans"/>
                <a:ea typeface="DejaVu Sans"/>
                <a:cs typeface="DejaVu Sans"/>
              </a:defRPr>
            </a:lvl5pPr>
            <a:lvl6pPr algn="l">
              <a:defRPr sz="2025" b="1">
                <a:solidFill>
                  <a:srgbClr val="FFFFFF"/>
                </a:solidFill>
                <a:latin typeface="DejaVu Sans"/>
                <a:ea typeface="DejaVu Sans"/>
                <a:cs typeface="DejaVu Sans"/>
              </a:defRPr>
            </a:lvl6pPr>
            <a:lvl7pPr algn="l">
              <a:defRPr sz="2025" b="1">
                <a:solidFill>
                  <a:srgbClr val="FFFFFF"/>
                </a:solidFill>
                <a:latin typeface="DejaVu Sans"/>
                <a:ea typeface="DejaVu Sans"/>
                <a:cs typeface="DejaVu Sans"/>
              </a:defRPr>
            </a:lvl7pPr>
            <a:lvl8pPr algn="l">
              <a:defRPr sz="2025" b="1">
                <a:solidFill>
                  <a:srgbClr val="FFFFFF"/>
                </a:solidFill>
                <a:latin typeface="DejaVu Sans"/>
                <a:ea typeface="DejaVu Sans"/>
                <a:cs typeface="DejaVu Sans"/>
              </a:defRPr>
            </a:lvl8pPr>
            <a:lvl9pPr algn="l">
              <a:defRPr sz="2025" b="1">
                <a:solidFill>
                  <a:srgbClr val="FFFFFF"/>
                </a:solidFill>
                <a:latin typeface="DejaVu Sans"/>
                <a:ea typeface="DejaVu Sans"/>
                <a:cs typeface="DejaVu Sans"/>
              </a:defRPr>
            </a:lvl9pPr>
          </a:lstStyle>
          <a:p xmlns:a="http://schemas.openxmlformats.org/drawingml/2006/main">
            <a:pPr algn="l">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Five moral dimensions</a:t>
            </a:r>
          </a:p>
        </p:txBody>
      </p:sp>
      <p:sp>
        <p:nvSpPr>
          <p:cNvPr id="12" name="text-11">
            <a:extLst xmlns:a="http://schemas.openxmlformats.org/drawingml/2006/main">
              <a:ext uri="{FF2B5EF4-FFF2-40B4-BE49-F238E27FC236}">
                <a16:creationId xmlns:a16="http://schemas.microsoft.com/office/drawing/2014/main" id="{348E229F-512D-4ED2-AC35-F5ADAAE2C5D5}"/>
              </a:ext>
            </a:extLst>
          </p:cNvPr>
          <p:cNvSpPr>
            <a:spLocks xmlns:a="http://schemas.openxmlformats.org/drawingml/2006/main" noGrp="1"/>
          </p:cNvSpPr>
          <p:nvPr/>
        </p:nvSpPr>
        <p:spPr>
          <a:xfrm xmlns:a="http://schemas.openxmlformats.org/drawingml/2006/main">
            <a:off x="6858000" y="2543175"/>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7BC4B4"/>
                </a:solidFill>
                <a:latin typeface="DejaVu Sans"/>
                <a:ea typeface="DejaVu Sans"/>
                <a:cs typeface="DejaVu Sans"/>
              </a:defRPr>
            </a:defPPr>
            <a:lvl1pPr algn="l">
              <a:defRPr sz="1725" b="1">
                <a:solidFill>
                  <a:srgbClr val="7BC4B4"/>
                </a:solidFill>
                <a:latin typeface="DejaVu Sans"/>
                <a:ea typeface="DejaVu Sans"/>
                <a:cs typeface="DejaVu Sans"/>
              </a:defRPr>
            </a:lvl1pPr>
            <a:lvl2pPr algn="l">
              <a:defRPr sz="1725" b="1">
                <a:solidFill>
                  <a:srgbClr val="7BC4B4"/>
                </a:solidFill>
                <a:latin typeface="DejaVu Sans"/>
                <a:ea typeface="DejaVu Sans"/>
                <a:cs typeface="DejaVu Sans"/>
              </a:defRPr>
            </a:lvl2pPr>
            <a:lvl3pPr algn="l">
              <a:defRPr sz="1725" b="1">
                <a:solidFill>
                  <a:srgbClr val="7BC4B4"/>
                </a:solidFill>
                <a:latin typeface="DejaVu Sans"/>
                <a:ea typeface="DejaVu Sans"/>
                <a:cs typeface="DejaVu Sans"/>
              </a:defRPr>
            </a:lvl3pPr>
            <a:lvl4pPr algn="l">
              <a:defRPr sz="1725" b="1">
                <a:solidFill>
                  <a:srgbClr val="7BC4B4"/>
                </a:solidFill>
                <a:latin typeface="DejaVu Sans"/>
                <a:ea typeface="DejaVu Sans"/>
                <a:cs typeface="DejaVu Sans"/>
              </a:defRPr>
            </a:lvl4pPr>
            <a:lvl5pPr algn="l">
              <a:defRPr sz="1725" b="1">
                <a:solidFill>
                  <a:srgbClr val="7BC4B4"/>
                </a:solidFill>
                <a:latin typeface="DejaVu Sans"/>
                <a:ea typeface="DejaVu Sans"/>
                <a:cs typeface="DejaVu Sans"/>
              </a:defRPr>
            </a:lvl5pPr>
            <a:lvl6pPr algn="l">
              <a:defRPr sz="1725" b="1">
                <a:solidFill>
                  <a:srgbClr val="7BC4B4"/>
                </a:solidFill>
                <a:latin typeface="DejaVu Sans"/>
                <a:ea typeface="DejaVu Sans"/>
                <a:cs typeface="DejaVu Sans"/>
              </a:defRPr>
            </a:lvl6pPr>
            <a:lvl7pPr algn="l">
              <a:defRPr sz="1725" b="1">
                <a:solidFill>
                  <a:srgbClr val="7BC4B4"/>
                </a:solidFill>
                <a:latin typeface="DejaVu Sans"/>
                <a:ea typeface="DejaVu Sans"/>
                <a:cs typeface="DejaVu Sans"/>
              </a:defRPr>
            </a:lvl7pPr>
            <a:lvl8pPr algn="l">
              <a:defRPr sz="1725" b="1">
                <a:solidFill>
                  <a:srgbClr val="7BC4B4"/>
                </a:solidFill>
                <a:latin typeface="DejaVu Sans"/>
                <a:ea typeface="DejaVu Sans"/>
                <a:cs typeface="DejaVu Sans"/>
              </a:defRPr>
            </a:lvl8pPr>
            <a:lvl9pPr algn="l">
              <a:defRPr sz="1725" b="1">
                <a:solidFill>
                  <a:srgbClr val="7BC4B4"/>
                </a:solidFill>
                <a:latin typeface="DejaVu Sans"/>
                <a:ea typeface="DejaVu Sans"/>
                <a:cs typeface="DejaVu Sans"/>
              </a:defRPr>
            </a:lvl9pPr>
          </a:lstStyle>
          <a:p xmlns:a="http://schemas.openxmlformats.org/drawingml/2006/main">
            <a:pPr algn="l">
              <a:defRPr sz="1725" b="1">
                <a:solidFill>
                  <a:srgbClr val="7BC4B4"/>
                </a:solidFill>
                <a:latin typeface="DejaVu Sans"/>
                <a:ea typeface="DejaVu Sans"/>
                <a:cs typeface="DejaVu Sans"/>
              </a:defRPr>
            </a:pPr>
            <a:r>
              <a:rPr sz="1725" b="1">
                <a:solidFill>
                  <a:srgbClr val="7BC4B4"/>
                </a:solidFill>
                <a:latin typeface="DejaVu Sans"/>
                <a:ea typeface="DejaVu Sans"/>
                <a:cs typeface="DejaVu Sans"/>
              </a:rPr>
              <a:t>01</a:t>
            </a:r>
          </a:p>
        </p:txBody>
      </p:sp>
      <p:sp>
        <p:nvSpPr>
          <p:cNvPr id="13" name="text-12">
            <a:extLst xmlns:a="http://schemas.openxmlformats.org/drawingml/2006/main">
              <a:ext uri="{FF2B5EF4-FFF2-40B4-BE49-F238E27FC236}">
                <a16:creationId xmlns:a16="http://schemas.microsoft.com/office/drawing/2014/main" id="{EB69394E-1860-4AA7-8853-3B358B899443}"/>
              </a:ext>
            </a:extLst>
          </p:cNvPr>
          <p:cNvSpPr>
            <a:spLocks xmlns:a="http://schemas.openxmlformats.org/drawingml/2006/main" noGrp="1"/>
          </p:cNvSpPr>
          <p:nvPr/>
        </p:nvSpPr>
        <p:spPr>
          <a:xfrm xmlns:a="http://schemas.openxmlformats.org/drawingml/2006/main">
            <a:off x="7458075" y="2524125"/>
            <a:ext cx="4048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DejaVu Sans"/>
                <a:ea typeface="DejaVu Sans"/>
                <a:cs typeface="DejaVu Sans"/>
              </a:defRPr>
            </a:defPPr>
            <a:lvl1pPr algn="l">
              <a:defRPr sz="1800" b="0">
                <a:solidFill>
                  <a:srgbClr val="FFFFFF"/>
                </a:solidFill>
                <a:latin typeface="DejaVu Sans"/>
                <a:ea typeface="DejaVu Sans"/>
                <a:cs typeface="DejaVu Sans"/>
              </a:defRPr>
            </a:lvl1pPr>
            <a:lvl2pPr algn="l">
              <a:defRPr sz="1800" b="0">
                <a:solidFill>
                  <a:srgbClr val="FFFFFF"/>
                </a:solidFill>
                <a:latin typeface="DejaVu Sans"/>
                <a:ea typeface="DejaVu Sans"/>
                <a:cs typeface="DejaVu Sans"/>
              </a:defRPr>
            </a:lvl2pPr>
            <a:lvl3pPr algn="l">
              <a:defRPr sz="1800" b="0">
                <a:solidFill>
                  <a:srgbClr val="FFFFFF"/>
                </a:solidFill>
                <a:latin typeface="DejaVu Sans"/>
                <a:ea typeface="DejaVu Sans"/>
                <a:cs typeface="DejaVu Sans"/>
              </a:defRPr>
            </a:lvl3pPr>
            <a:lvl4pPr algn="l">
              <a:defRPr sz="1800" b="0">
                <a:solidFill>
                  <a:srgbClr val="FFFFFF"/>
                </a:solidFill>
                <a:latin typeface="DejaVu Sans"/>
                <a:ea typeface="DejaVu Sans"/>
                <a:cs typeface="DejaVu Sans"/>
              </a:defRPr>
            </a:lvl4pPr>
            <a:lvl5pPr algn="l">
              <a:defRPr sz="1800" b="0">
                <a:solidFill>
                  <a:srgbClr val="FFFFFF"/>
                </a:solidFill>
                <a:latin typeface="DejaVu Sans"/>
                <a:ea typeface="DejaVu Sans"/>
                <a:cs typeface="DejaVu Sans"/>
              </a:defRPr>
            </a:lvl5pPr>
            <a:lvl6pPr algn="l">
              <a:defRPr sz="1800" b="0">
                <a:solidFill>
                  <a:srgbClr val="FFFFFF"/>
                </a:solidFill>
                <a:latin typeface="DejaVu Sans"/>
                <a:ea typeface="DejaVu Sans"/>
                <a:cs typeface="DejaVu Sans"/>
              </a:defRPr>
            </a:lvl6pPr>
            <a:lvl7pPr algn="l">
              <a:defRPr sz="1800" b="0">
                <a:solidFill>
                  <a:srgbClr val="FFFFFF"/>
                </a:solidFill>
                <a:latin typeface="DejaVu Sans"/>
                <a:ea typeface="DejaVu Sans"/>
                <a:cs typeface="DejaVu Sans"/>
              </a:defRPr>
            </a:lvl7pPr>
            <a:lvl8pPr algn="l">
              <a:defRPr sz="1800" b="0">
                <a:solidFill>
                  <a:srgbClr val="FFFFFF"/>
                </a:solidFill>
                <a:latin typeface="DejaVu Sans"/>
                <a:ea typeface="DejaVu Sans"/>
                <a:cs typeface="DejaVu Sans"/>
              </a:defRPr>
            </a:lvl8pPr>
            <a:lvl9pPr algn="l">
              <a:defRPr sz="1800" b="0">
                <a:solidFill>
                  <a:srgbClr val="FFFFFF"/>
                </a:solidFill>
                <a:latin typeface="DejaVu Sans"/>
                <a:ea typeface="DejaVu Sans"/>
                <a:cs typeface="DejaVu Sans"/>
              </a:defRPr>
            </a:lvl9pPr>
          </a:lstStyle>
          <a:p xmlns:a="http://schemas.openxmlformats.org/drawingml/2006/main">
            <a:pPr algn="l">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Information rights and obligations</a:t>
            </a:r>
          </a:p>
        </p:txBody>
      </p:sp>
      <p:sp>
        <p:nvSpPr>
          <p:cNvPr id="14" name="text-13">
            <a:extLst xmlns:a="http://schemas.openxmlformats.org/drawingml/2006/main">
              <a:ext uri="{FF2B5EF4-FFF2-40B4-BE49-F238E27FC236}">
                <a16:creationId xmlns:a16="http://schemas.microsoft.com/office/drawing/2014/main" id="{045AF1A8-AA09-494A-BA3B-E12C2500A0E9}"/>
              </a:ext>
            </a:extLst>
          </p:cNvPr>
          <p:cNvSpPr>
            <a:spLocks xmlns:a="http://schemas.openxmlformats.org/drawingml/2006/main" noGrp="1"/>
          </p:cNvSpPr>
          <p:nvPr/>
        </p:nvSpPr>
        <p:spPr>
          <a:xfrm xmlns:a="http://schemas.openxmlformats.org/drawingml/2006/main">
            <a:off x="6858000" y="3162300"/>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7BC4B4"/>
                </a:solidFill>
                <a:latin typeface="DejaVu Sans"/>
                <a:ea typeface="DejaVu Sans"/>
                <a:cs typeface="DejaVu Sans"/>
              </a:defRPr>
            </a:defPPr>
            <a:lvl1pPr algn="l">
              <a:defRPr sz="1725" b="1">
                <a:solidFill>
                  <a:srgbClr val="7BC4B4"/>
                </a:solidFill>
                <a:latin typeface="DejaVu Sans"/>
                <a:ea typeface="DejaVu Sans"/>
                <a:cs typeface="DejaVu Sans"/>
              </a:defRPr>
            </a:lvl1pPr>
            <a:lvl2pPr algn="l">
              <a:defRPr sz="1725" b="1">
                <a:solidFill>
                  <a:srgbClr val="7BC4B4"/>
                </a:solidFill>
                <a:latin typeface="DejaVu Sans"/>
                <a:ea typeface="DejaVu Sans"/>
                <a:cs typeface="DejaVu Sans"/>
              </a:defRPr>
            </a:lvl2pPr>
            <a:lvl3pPr algn="l">
              <a:defRPr sz="1725" b="1">
                <a:solidFill>
                  <a:srgbClr val="7BC4B4"/>
                </a:solidFill>
                <a:latin typeface="DejaVu Sans"/>
                <a:ea typeface="DejaVu Sans"/>
                <a:cs typeface="DejaVu Sans"/>
              </a:defRPr>
            </a:lvl3pPr>
            <a:lvl4pPr algn="l">
              <a:defRPr sz="1725" b="1">
                <a:solidFill>
                  <a:srgbClr val="7BC4B4"/>
                </a:solidFill>
                <a:latin typeface="DejaVu Sans"/>
                <a:ea typeface="DejaVu Sans"/>
                <a:cs typeface="DejaVu Sans"/>
              </a:defRPr>
            </a:lvl4pPr>
            <a:lvl5pPr algn="l">
              <a:defRPr sz="1725" b="1">
                <a:solidFill>
                  <a:srgbClr val="7BC4B4"/>
                </a:solidFill>
                <a:latin typeface="DejaVu Sans"/>
                <a:ea typeface="DejaVu Sans"/>
                <a:cs typeface="DejaVu Sans"/>
              </a:defRPr>
            </a:lvl5pPr>
            <a:lvl6pPr algn="l">
              <a:defRPr sz="1725" b="1">
                <a:solidFill>
                  <a:srgbClr val="7BC4B4"/>
                </a:solidFill>
                <a:latin typeface="DejaVu Sans"/>
                <a:ea typeface="DejaVu Sans"/>
                <a:cs typeface="DejaVu Sans"/>
              </a:defRPr>
            </a:lvl6pPr>
            <a:lvl7pPr algn="l">
              <a:defRPr sz="1725" b="1">
                <a:solidFill>
                  <a:srgbClr val="7BC4B4"/>
                </a:solidFill>
                <a:latin typeface="DejaVu Sans"/>
                <a:ea typeface="DejaVu Sans"/>
                <a:cs typeface="DejaVu Sans"/>
              </a:defRPr>
            </a:lvl7pPr>
            <a:lvl8pPr algn="l">
              <a:defRPr sz="1725" b="1">
                <a:solidFill>
                  <a:srgbClr val="7BC4B4"/>
                </a:solidFill>
                <a:latin typeface="DejaVu Sans"/>
                <a:ea typeface="DejaVu Sans"/>
                <a:cs typeface="DejaVu Sans"/>
              </a:defRPr>
            </a:lvl8pPr>
            <a:lvl9pPr algn="l">
              <a:defRPr sz="1725" b="1">
                <a:solidFill>
                  <a:srgbClr val="7BC4B4"/>
                </a:solidFill>
                <a:latin typeface="DejaVu Sans"/>
                <a:ea typeface="DejaVu Sans"/>
                <a:cs typeface="DejaVu Sans"/>
              </a:defRPr>
            </a:lvl9pPr>
          </a:lstStyle>
          <a:p xmlns:a="http://schemas.openxmlformats.org/drawingml/2006/main">
            <a:pPr algn="l">
              <a:defRPr sz="1725" b="1">
                <a:solidFill>
                  <a:srgbClr val="7BC4B4"/>
                </a:solidFill>
                <a:latin typeface="DejaVu Sans"/>
                <a:ea typeface="DejaVu Sans"/>
                <a:cs typeface="DejaVu Sans"/>
              </a:defRPr>
            </a:pPr>
            <a:r>
              <a:rPr sz="1725" b="1">
                <a:solidFill>
                  <a:srgbClr val="7BC4B4"/>
                </a:solidFill>
                <a:latin typeface="DejaVu Sans"/>
                <a:ea typeface="DejaVu Sans"/>
                <a:cs typeface="DejaVu Sans"/>
              </a:rPr>
              <a:t>02</a:t>
            </a:r>
          </a:p>
        </p:txBody>
      </p:sp>
      <p:sp>
        <p:nvSpPr>
          <p:cNvPr id="15" name="text-14">
            <a:extLst xmlns:a="http://schemas.openxmlformats.org/drawingml/2006/main">
              <a:ext uri="{FF2B5EF4-FFF2-40B4-BE49-F238E27FC236}">
                <a16:creationId xmlns:a16="http://schemas.microsoft.com/office/drawing/2014/main" id="{0489FA9F-F1E2-4B6B-8265-FA46BB3BB750}"/>
              </a:ext>
            </a:extLst>
          </p:cNvPr>
          <p:cNvSpPr>
            <a:spLocks xmlns:a="http://schemas.openxmlformats.org/drawingml/2006/main" noGrp="1"/>
          </p:cNvSpPr>
          <p:nvPr/>
        </p:nvSpPr>
        <p:spPr>
          <a:xfrm xmlns:a="http://schemas.openxmlformats.org/drawingml/2006/main">
            <a:off x="7458075" y="3143250"/>
            <a:ext cx="4048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DejaVu Sans"/>
                <a:ea typeface="DejaVu Sans"/>
                <a:cs typeface="DejaVu Sans"/>
              </a:defRPr>
            </a:defPPr>
            <a:lvl1pPr algn="l">
              <a:defRPr sz="1800" b="0">
                <a:solidFill>
                  <a:srgbClr val="FFFFFF"/>
                </a:solidFill>
                <a:latin typeface="DejaVu Sans"/>
                <a:ea typeface="DejaVu Sans"/>
                <a:cs typeface="DejaVu Sans"/>
              </a:defRPr>
            </a:lvl1pPr>
            <a:lvl2pPr algn="l">
              <a:defRPr sz="1800" b="0">
                <a:solidFill>
                  <a:srgbClr val="FFFFFF"/>
                </a:solidFill>
                <a:latin typeface="DejaVu Sans"/>
                <a:ea typeface="DejaVu Sans"/>
                <a:cs typeface="DejaVu Sans"/>
              </a:defRPr>
            </a:lvl2pPr>
            <a:lvl3pPr algn="l">
              <a:defRPr sz="1800" b="0">
                <a:solidFill>
                  <a:srgbClr val="FFFFFF"/>
                </a:solidFill>
                <a:latin typeface="DejaVu Sans"/>
                <a:ea typeface="DejaVu Sans"/>
                <a:cs typeface="DejaVu Sans"/>
              </a:defRPr>
            </a:lvl3pPr>
            <a:lvl4pPr algn="l">
              <a:defRPr sz="1800" b="0">
                <a:solidFill>
                  <a:srgbClr val="FFFFFF"/>
                </a:solidFill>
                <a:latin typeface="DejaVu Sans"/>
                <a:ea typeface="DejaVu Sans"/>
                <a:cs typeface="DejaVu Sans"/>
              </a:defRPr>
            </a:lvl4pPr>
            <a:lvl5pPr algn="l">
              <a:defRPr sz="1800" b="0">
                <a:solidFill>
                  <a:srgbClr val="FFFFFF"/>
                </a:solidFill>
                <a:latin typeface="DejaVu Sans"/>
                <a:ea typeface="DejaVu Sans"/>
                <a:cs typeface="DejaVu Sans"/>
              </a:defRPr>
            </a:lvl5pPr>
            <a:lvl6pPr algn="l">
              <a:defRPr sz="1800" b="0">
                <a:solidFill>
                  <a:srgbClr val="FFFFFF"/>
                </a:solidFill>
                <a:latin typeface="DejaVu Sans"/>
                <a:ea typeface="DejaVu Sans"/>
                <a:cs typeface="DejaVu Sans"/>
              </a:defRPr>
            </a:lvl6pPr>
            <a:lvl7pPr algn="l">
              <a:defRPr sz="1800" b="0">
                <a:solidFill>
                  <a:srgbClr val="FFFFFF"/>
                </a:solidFill>
                <a:latin typeface="DejaVu Sans"/>
                <a:ea typeface="DejaVu Sans"/>
                <a:cs typeface="DejaVu Sans"/>
              </a:defRPr>
            </a:lvl7pPr>
            <a:lvl8pPr algn="l">
              <a:defRPr sz="1800" b="0">
                <a:solidFill>
                  <a:srgbClr val="FFFFFF"/>
                </a:solidFill>
                <a:latin typeface="DejaVu Sans"/>
                <a:ea typeface="DejaVu Sans"/>
                <a:cs typeface="DejaVu Sans"/>
              </a:defRPr>
            </a:lvl8pPr>
            <a:lvl9pPr algn="l">
              <a:defRPr sz="1800" b="0">
                <a:solidFill>
                  <a:srgbClr val="FFFFFF"/>
                </a:solidFill>
                <a:latin typeface="DejaVu Sans"/>
                <a:ea typeface="DejaVu Sans"/>
                <a:cs typeface="DejaVu Sans"/>
              </a:defRPr>
            </a:lvl9pPr>
          </a:lstStyle>
          <a:p xmlns:a="http://schemas.openxmlformats.org/drawingml/2006/main">
            <a:pPr algn="l">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Property rights and obligations</a:t>
            </a:r>
          </a:p>
        </p:txBody>
      </p:sp>
      <p:sp>
        <p:nvSpPr>
          <p:cNvPr id="16" name="text-15">
            <a:extLst xmlns:a="http://schemas.openxmlformats.org/drawingml/2006/main">
              <a:ext uri="{FF2B5EF4-FFF2-40B4-BE49-F238E27FC236}">
                <a16:creationId xmlns:a16="http://schemas.microsoft.com/office/drawing/2014/main" id="{9E54D9B2-2A5A-482E-8FBA-5D18E66D3656}"/>
              </a:ext>
            </a:extLst>
          </p:cNvPr>
          <p:cNvSpPr>
            <a:spLocks xmlns:a="http://schemas.openxmlformats.org/drawingml/2006/main" noGrp="1"/>
          </p:cNvSpPr>
          <p:nvPr/>
        </p:nvSpPr>
        <p:spPr>
          <a:xfrm xmlns:a="http://schemas.openxmlformats.org/drawingml/2006/main">
            <a:off x="6858000" y="3781425"/>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7BC4B4"/>
                </a:solidFill>
                <a:latin typeface="DejaVu Sans"/>
                <a:ea typeface="DejaVu Sans"/>
                <a:cs typeface="DejaVu Sans"/>
              </a:defRPr>
            </a:defPPr>
            <a:lvl1pPr algn="l">
              <a:defRPr sz="1725" b="1">
                <a:solidFill>
                  <a:srgbClr val="7BC4B4"/>
                </a:solidFill>
                <a:latin typeface="DejaVu Sans"/>
                <a:ea typeface="DejaVu Sans"/>
                <a:cs typeface="DejaVu Sans"/>
              </a:defRPr>
            </a:lvl1pPr>
            <a:lvl2pPr algn="l">
              <a:defRPr sz="1725" b="1">
                <a:solidFill>
                  <a:srgbClr val="7BC4B4"/>
                </a:solidFill>
                <a:latin typeface="DejaVu Sans"/>
                <a:ea typeface="DejaVu Sans"/>
                <a:cs typeface="DejaVu Sans"/>
              </a:defRPr>
            </a:lvl2pPr>
            <a:lvl3pPr algn="l">
              <a:defRPr sz="1725" b="1">
                <a:solidFill>
                  <a:srgbClr val="7BC4B4"/>
                </a:solidFill>
                <a:latin typeface="DejaVu Sans"/>
                <a:ea typeface="DejaVu Sans"/>
                <a:cs typeface="DejaVu Sans"/>
              </a:defRPr>
            </a:lvl3pPr>
            <a:lvl4pPr algn="l">
              <a:defRPr sz="1725" b="1">
                <a:solidFill>
                  <a:srgbClr val="7BC4B4"/>
                </a:solidFill>
                <a:latin typeface="DejaVu Sans"/>
                <a:ea typeface="DejaVu Sans"/>
                <a:cs typeface="DejaVu Sans"/>
              </a:defRPr>
            </a:lvl4pPr>
            <a:lvl5pPr algn="l">
              <a:defRPr sz="1725" b="1">
                <a:solidFill>
                  <a:srgbClr val="7BC4B4"/>
                </a:solidFill>
                <a:latin typeface="DejaVu Sans"/>
                <a:ea typeface="DejaVu Sans"/>
                <a:cs typeface="DejaVu Sans"/>
              </a:defRPr>
            </a:lvl5pPr>
            <a:lvl6pPr algn="l">
              <a:defRPr sz="1725" b="1">
                <a:solidFill>
                  <a:srgbClr val="7BC4B4"/>
                </a:solidFill>
                <a:latin typeface="DejaVu Sans"/>
                <a:ea typeface="DejaVu Sans"/>
                <a:cs typeface="DejaVu Sans"/>
              </a:defRPr>
            </a:lvl6pPr>
            <a:lvl7pPr algn="l">
              <a:defRPr sz="1725" b="1">
                <a:solidFill>
                  <a:srgbClr val="7BC4B4"/>
                </a:solidFill>
                <a:latin typeface="DejaVu Sans"/>
                <a:ea typeface="DejaVu Sans"/>
                <a:cs typeface="DejaVu Sans"/>
              </a:defRPr>
            </a:lvl7pPr>
            <a:lvl8pPr algn="l">
              <a:defRPr sz="1725" b="1">
                <a:solidFill>
                  <a:srgbClr val="7BC4B4"/>
                </a:solidFill>
                <a:latin typeface="DejaVu Sans"/>
                <a:ea typeface="DejaVu Sans"/>
                <a:cs typeface="DejaVu Sans"/>
              </a:defRPr>
            </a:lvl8pPr>
            <a:lvl9pPr algn="l">
              <a:defRPr sz="1725" b="1">
                <a:solidFill>
                  <a:srgbClr val="7BC4B4"/>
                </a:solidFill>
                <a:latin typeface="DejaVu Sans"/>
                <a:ea typeface="DejaVu Sans"/>
                <a:cs typeface="DejaVu Sans"/>
              </a:defRPr>
            </a:lvl9pPr>
          </a:lstStyle>
          <a:p xmlns:a="http://schemas.openxmlformats.org/drawingml/2006/main">
            <a:pPr algn="l">
              <a:defRPr sz="1725" b="1">
                <a:solidFill>
                  <a:srgbClr val="7BC4B4"/>
                </a:solidFill>
                <a:latin typeface="DejaVu Sans"/>
                <a:ea typeface="DejaVu Sans"/>
                <a:cs typeface="DejaVu Sans"/>
              </a:defRPr>
            </a:pPr>
            <a:r>
              <a:rPr sz="1725" b="1">
                <a:solidFill>
                  <a:srgbClr val="7BC4B4"/>
                </a:solidFill>
                <a:latin typeface="DejaVu Sans"/>
                <a:ea typeface="DejaVu Sans"/>
                <a:cs typeface="DejaVu Sans"/>
              </a:rPr>
              <a:t>03</a:t>
            </a:r>
          </a:p>
        </p:txBody>
      </p:sp>
      <p:sp>
        <p:nvSpPr>
          <p:cNvPr id="17" name="text-16">
            <a:extLst xmlns:a="http://schemas.openxmlformats.org/drawingml/2006/main">
              <a:ext uri="{FF2B5EF4-FFF2-40B4-BE49-F238E27FC236}">
                <a16:creationId xmlns:a16="http://schemas.microsoft.com/office/drawing/2014/main" id="{F897FE62-8B07-4051-9B8C-F3BF065ADB19}"/>
              </a:ext>
            </a:extLst>
          </p:cNvPr>
          <p:cNvSpPr>
            <a:spLocks xmlns:a="http://schemas.openxmlformats.org/drawingml/2006/main" noGrp="1"/>
          </p:cNvSpPr>
          <p:nvPr/>
        </p:nvSpPr>
        <p:spPr>
          <a:xfrm xmlns:a="http://schemas.openxmlformats.org/drawingml/2006/main">
            <a:off x="7458075" y="3762375"/>
            <a:ext cx="4048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DejaVu Sans"/>
                <a:ea typeface="DejaVu Sans"/>
                <a:cs typeface="DejaVu Sans"/>
              </a:defRPr>
            </a:defPPr>
            <a:lvl1pPr algn="l">
              <a:defRPr sz="1800" b="0">
                <a:solidFill>
                  <a:srgbClr val="FFFFFF"/>
                </a:solidFill>
                <a:latin typeface="DejaVu Sans"/>
                <a:ea typeface="DejaVu Sans"/>
                <a:cs typeface="DejaVu Sans"/>
              </a:defRPr>
            </a:lvl1pPr>
            <a:lvl2pPr algn="l">
              <a:defRPr sz="1800" b="0">
                <a:solidFill>
                  <a:srgbClr val="FFFFFF"/>
                </a:solidFill>
                <a:latin typeface="DejaVu Sans"/>
                <a:ea typeface="DejaVu Sans"/>
                <a:cs typeface="DejaVu Sans"/>
              </a:defRPr>
            </a:lvl2pPr>
            <a:lvl3pPr algn="l">
              <a:defRPr sz="1800" b="0">
                <a:solidFill>
                  <a:srgbClr val="FFFFFF"/>
                </a:solidFill>
                <a:latin typeface="DejaVu Sans"/>
                <a:ea typeface="DejaVu Sans"/>
                <a:cs typeface="DejaVu Sans"/>
              </a:defRPr>
            </a:lvl3pPr>
            <a:lvl4pPr algn="l">
              <a:defRPr sz="1800" b="0">
                <a:solidFill>
                  <a:srgbClr val="FFFFFF"/>
                </a:solidFill>
                <a:latin typeface="DejaVu Sans"/>
                <a:ea typeface="DejaVu Sans"/>
                <a:cs typeface="DejaVu Sans"/>
              </a:defRPr>
            </a:lvl4pPr>
            <a:lvl5pPr algn="l">
              <a:defRPr sz="1800" b="0">
                <a:solidFill>
                  <a:srgbClr val="FFFFFF"/>
                </a:solidFill>
                <a:latin typeface="DejaVu Sans"/>
                <a:ea typeface="DejaVu Sans"/>
                <a:cs typeface="DejaVu Sans"/>
              </a:defRPr>
            </a:lvl5pPr>
            <a:lvl6pPr algn="l">
              <a:defRPr sz="1800" b="0">
                <a:solidFill>
                  <a:srgbClr val="FFFFFF"/>
                </a:solidFill>
                <a:latin typeface="DejaVu Sans"/>
                <a:ea typeface="DejaVu Sans"/>
                <a:cs typeface="DejaVu Sans"/>
              </a:defRPr>
            </a:lvl6pPr>
            <a:lvl7pPr algn="l">
              <a:defRPr sz="1800" b="0">
                <a:solidFill>
                  <a:srgbClr val="FFFFFF"/>
                </a:solidFill>
                <a:latin typeface="DejaVu Sans"/>
                <a:ea typeface="DejaVu Sans"/>
                <a:cs typeface="DejaVu Sans"/>
              </a:defRPr>
            </a:lvl7pPr>
            <a:lvl8pPr algn="l">
              <a:defRPr sz="1800" b="0">
                <a:solidFill>
                  <a:srgbClr val="FFFFFF"/>
                </a:solidFill>
                <a:latin typeface="DejaVu Sans"/>
                <a:ea typeface="DejaVu Sans"/>
                <a:cs typeface="DejaVu Sans"/>
              </a:defRPr>
            </a:lvl8pPr>
            <a:lvl9pPr algn="l">
              <a:defRPr sz="1800" b="0">
                <a:solidFill>
                  <a:srgbClr val="FFFFFF"/>
                </a:solidFill>
                <a:latin typeface="DejaVu Sans"/>
                <a:ea typeface="DejaVu Sans"/>
                <a:cs typeface="DejaVu Sans"/>
              </a:defRPr>
            </a:lvl9pPr>
          </a:lstStyle>
          <a:p xmlns:a="http://schemas.openxmlformats.org/drawingml/2006/main">
            <a:pPr algn="l">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Accountability and control</a:t>
            </a:r>
          </a:p>
        </p:txBody>
      </p:sp>
      <p:sp>
        <p:nvSpPr>
          <p:cNvPr id="18" name="text-17">
            <a:extLst xmlns:a="http://schemas.openxmlformats.org/drawingml/2006/main">
              <a:ext uri="{FF2B5EF4-FFF2-40B4-BE49-F238E27FC236}">
                <a16:creationId xmlns:a16="http://schemas.microsoft.com/office/drawing/2014/main" id="{18EBCED6-31DD-40CF-8226-BA4A575D013A}"/>
              </a:ext>
            </a:extLst>
          </p:cNvPr>
          <p:cNvSpPr>
            <a:spLocks xmlns:a="http://schemas.openxmlformats.org/drawingml/2006/main" noGrp="1"/>
          </p:cNvSpPr>
          <p:nvPr/>
        </p:nvSpPr>
        <p:spPr>
          <a:xfrm xmlns:a="http://schemas.openxmlformats.org/drawingml/2006/main">
            <a:off x="6858000" y="4400550"/>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7BC4B4"/>
                </a:solidFill>
                <a:latin typeface="DejaVu Sans"/>
                <a:ea typeface="DejaVu Sans"/>
                <a:cs typeface="DejaVu Sans"/>
              </a:defRPr>
            </a:defPPr>
            <a:lvl1pPr algn="l">
              <a:defRPr sz="1725" b="1">
                <a:solidFill>
                  <a:srgbClr val="7BC4B4"/>
                </a:solidFill>
                <a:latin typeface="DejaVu Sans"/>
                <a:ea typeface="DejaVu Sans"/>
                <a:cs typeface="DejaVu Sans"/>
              </a:defRPr>
            </a:lvl1pPr>
            <a:lvl2pPr algn="l">
              <a:defRPr sz="1725" b="1">
                <a:solidFill>
                  <a:srgbClr val="7BC4B4"/>
                </a:solidFill>
                <a:latin typeface="DejaVu Sans"/>
                <a:ea typeface="DejaVu Sans"/>
                <a:cs typeface="DejaVu Sans"/>
              </a:defRPr>
            </a:lvl2pPr>
            <a:lvl3pPr algn="l">
              <a:defRPr sz="1725" b="1">
                <a:solidFill>
                  <a:srgbClr val="7BC4B4"/>
                </a:solidFill>
                <a:latin typeface="DejaVu Sans"/>
                <a:ea typeface="DejaVu Sans"/>
                <a:cs typeface="DejaVu Sans"/>
              </a:defRPr>
            </a:lvl3pPr>
            <a:lvl4pPr algn="l">
              <a:defRPr sz="1725" b="1">
                <a:solidFill>
                  <a:srgbClr val="7BC4B4"/>
                </a:solidFill>
                <a:latin typeface="DejaVu Sans"/>
                <a:ea typeface="DejaVu Sans"/>
                <a:cs typeface="DejaVu Sans"/>
              </a:defRPr>
            </a:lvl4pPr>
            <a:lvl5pPr algn="l">
              <a:defRPr sz="1725" b="1">
                <a:solidFill>
                  <a:srgbClr val="7BC4B4"/>
                </a:solidFill>
                <a:latin typeface="DejaVu Sans"/>
                <a:ea typeface="DejaVu Sans"/>
                <a:cs typeface="DejaVu Sans"/>
              </a:defRPr>
            </a:lvl5pPr>
            <a:lvl6pPr algn="l">
              <a:defRPr sz="1725" b="1">
                <a:solidFill>
                  <a:srgbClr val="7BC4B4"/>
                </a:solidFill>
                <a:latin typeface="DejaVu Sans"/>
                <a:ea typeface="DejaVu Sans"/>
                <a:cs typeface="DejaVu Sans"/>
              </a:defRPr>
            </a:lvl6pPr>
            <a:lvl7pPr algn="l">
              <a:defRPr sz="1725" b="1">
                <a:solidFill>
                  <a:srgbClr val="7BC4B4"/>
                </a:solidFill>
                <a:latin typeface="DejaVu Sans"/>
                <a:ea typeface="DejaVu Sans"/>
                <a:cs typeface="DejaVu Sans"/>
              </a:defRPr>
            </a:lvl7pPr>
            <a:lvl8pPr algn="l">
              <a:defRPr sz="1725" b="1">
                <a:solidFill>
                  <a:srgbClr val="7BC4B4"/>
                </a:solidFill>
                <a:latin typeface="DejaVu Sans"/>
                <a:ea typeface="DejaVu Sans"/>
                <a:cs typeface="DejaVu Sans"/>
              </a:defRPr>
            </a:lvl8pPr>
            <a:lvl9pPr algn="l">
              <a:defRPr sz="1725" b="1">
                <a:solidFill>
                  <a:srgbClr val="7BC4B4"/>
                </a:solidFill>
                <a:latin typeface="DejaVu Sans"/>
                <a:ea typeface="DejaVu Sans"/>
                <a:cs typeface="DejaVu Sans"/>
              </a:defRPr>
            </a:lvl9pPr>
          </a:lstStyle>
          <a:p xmlns:a="http://schemas.openxmlformats.org/drawingml/2006/main">
            <a:pPr algn="l">
              <a:defRPr sz="1725" b="1">
                <a:solidFill>
                  <a:srgbClr val="7BC4B4"/>
                </a:solidFill>
                <a:latin typeface="DejaVu Sans"/>
                <a:ea typeface="DejaVu Sans"/>
                <a:cs typeface="DejaVu Sans"/>
              </a:defRPr>
            </a:pPr>
            <a:r>
              <a:rPr sz="1725" b="1">
                <a:solidFill>
                  <a:srgbClr val="7BC4B4"/>
                </a:solidFill>
                <a:latin typeface="DejaVu Sans"/>
                <a:ea typeface="DejaVu Sans"/>
                <a:cs typeface="DejaVu Sans"/>
              </a:rPr>
              <a:t>04</a:t>
            </a:r>
          </a:p>
        </p:txBody>
      </p:sp>
      <p:sp>
        <p:nvSpPr>
          <p:cNvPr id="19" name="text-18">
            <a:extLst xmlns:a="http://schemas.openxmlformats.org/drawingml/2006/main">
              <a:ext uri="{FF2B5EF4-FFF2-40B4-BE49-F238E27FC236}">
                <a16:creationId xmlns:a16="http://schemas.microsoft.com/office/drawing/2014/main" id="{2C6571A7-8CD7-41B9-B357-5A900619C37B}"/>
              </a:ext>
            </a:extLst>
          </p:cNvPr>
          <p:cNvSpPr>
            <a:spLocks xmlns:a="http://schemas.openxmlformats.org/drawingml/2006/main" noGrp="1"/>
          </p:cNvSpPr>
          <p:nvPr/>
        </p:nvSpPr>
        <p:spPr>
          <a:xfrm xmlns:a="http://schemas.openxmlformats.org/drawingml/2006/main">
            <a:off x="7458075" y="4381500"/>
            <a:ext cx="4048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DejaVu Sans"/>
                <a:ea typeface="DejaVu Sans"/>
                <a:cs typeface="DejaVu Sans"/>
              </a:defRPr>
            </a:defPPr>
            <a:lvl1pPr algn="l">
              <a:defRPr sz="1800" b="0">
                <a:solidFill>
                  <a:srgbClr val="FFFFFF"/>
                </a:solidFill>
                <a:latin typeface="DejaVu Sans"/>
                <a:ea typeface="DejaVu Sans"/>
                <a:cs typeface="DejaVu Sans"/>
              </a:defRPr>
            </a:lvl1pPr>
            <a:lvl2pPr algn="l">
              <a:defRPr sz="1800" b="0">
                <a:solidFill>
                  <a:srgbClr val="FFFFFF"/>
                </a:solidFill>
                <a:latin typeface="DejaVu Sans"/>
                <a:ea typeface="DejaVu Sans"/>
                <a:cs typeface="DejaVu Sans"/>
              </a:defRPr>
            </a:lvl2pPr>
            <a:lvl3pPr algn="l">
              <a:defRPr sz="1800" b="0">
                <a:solidFill>
                  <a:srgbClr val="FFFFFF"/>
                </a:solidFill>
                <a:latin typeface="DejaVu Sans"/>
                <a:ea typeface="DejaVu Sans"/>
                <a:cs typeface="DejaVu Sans"/>
              </a:defRPr>
            </a:lvl3pPr>
            <a:lvl4pPr algn="l">
              <a:defRPr sz="1800" b="0">
                <a:solidFill>
                  <a:srgbClr val="FFFFFF"/>
                </a:solidFill>
                <a:latin typeface="DejaVu Sans"/>
                <a:ea typeface="DejaVu Sans"/>
                <a:cs typeface="DejaVu Sans"/>
              </a:defRPr>
            </a:lvl4pPr>
            <a:lvl5pPr algn="l">
              <a:defRPr sz="1800" b="0">
                <a:solidFill>
                  <a:srgbClr val="FFFFFF"/>
                </a:solidFill>
                <a:latin typeface="DejaVu Sans"/>
                <a:ea typeface="DejaVu Sans"/>
                <a:cs typeface="DejaVu Sans"/>
              </a:defRPr>
            </a:lvl5pPr>
            <a:lvl6pPr algn="l">
              <a:defRPr sz="1800" b="0">
                <a:solidFill>
                  <a:srgbClr val="FFFFFF"/>
                </a:solidFill>
                <a:latin typeface="DejaVu Sans"/>
                <a:ea typeface="DejaVu Sans"/>
                <a:cs typeface="DejaVu Sans"/>
              </a:defRPr>
            </a:lvl6pPr>
            <a:lvl7pPr algn="l">
              <a:defRPr sz="1800" b="0">
                <a:solidFill>
                  <a:srgbClr val="FFFFFF"/>
                </a:solidFill>
                <a:latin typeface="DejaVu Sans"/>
                <a:ea typeface="DejaVu Sans"/>
                <a:cs typeface="DejaVu Sans"/>
              </a:defRPr>
            </a:lvl7pPr>
            <a:lvl8pPr algn="l">
              <a:defRPr sz="1800" b="0">
                <a:solidFill>
                  <a:srgbClr val="FFFFFF"/>
                </a:solidFill>
                <a:latin typeface="DejaVu Sans"/>
                <a:ea typeface="DejaVu Sans"/>
                <a:cs typeface="DejaVu Sans"/>
              </a:defRPr>
            </a:lvl8pPr>
            <a:lvl9pPr algn="l">
              <a:defRPr sz="1800" b="0">
                <a:solidFill>
                  <a:srgbClr val="FFFFFF"/>
                </a:solidFill>
                <a:latin typeface="DejaVu Sans"/>
                <a:ea typeface="DejaVu Sans"/>
                <a:cs typeface="DejaVu Sans"/>
              </a:defRPr>
            </a:lvl9pPr>
          </a:lstStyle>
          <a:p xmlns:a="http://schemas.openxmlformats.org/drawingml/2006/main">
            <a:pPr algn="l">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System quality</a:t>
            </a:r>
          </a:p>
        </p:txBody>
      </p:sp>
      <p:sp>
        <p:nvSpPr>
          <p:cNvPr id="20" name="text-19">
            <a:extLst xmlns:a="http://schemas.openxmlformats.org/drawingml/2006/main">
              <a:ext uri="{FF2B5EF4-FFF2-40B4-BE49-F238E27FC236}">
                <a16:creationId xmlns:a16="http://schemas.microsoft.com/office/drawing/2014/main" id="{488E27B1-7B93-4CC4-BD42-4D1208FF4E66}"/>
              </a:ext>
            </a:extLst>
          </p:cNvPr>
          <p:cNvSpPr>
            <a:spLocks xmlns:a="http://schemas.openxmlformats.org/drawingml/2006/main" noGrp="1"/>
          </p:cNvSpPr>
          <p:nvPr/>
        </p:nvSpPr>
        <p:spPr>
          <a:xfrm xmlns:a="http://schemas.openxmlformats.org/drawingml/2006/main">
            <a:off x="6858000" y="5019675"/>
            <a:ext cx="45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7BC4B4"/>
                </a:solidFill>
                <a:latin typeface="DejaVu Sans"/>
                <a:ea typeface="DejaVu Sans"/>
                <a:cs typeface="DejaVu Sans"/>
              </a:defRPr>
            </a:defPPr>
            <a:lvl1pPr algn="l">
              <a:defRPr sz="1725" b="1">
                <a:solidFill>
                  <a:srgbClr val="7BC4B4"/>
                </a:solidFill>
                <a:latin typeface="DejaVu Sans"/>
                <a:ea typeface="DejaVu Sans"/>
                <a:cs typeface="DejaVu Sans"/>
              </a:defRPr>
            </a:lvl1pPr>
            <a:lvl2pPr algn="l">
              <a:defRPr sz="1725" b="1">
                <a:solidFill>
                  <a:srgbClr val="7BC4B4"/>
                </a:solidFill>
                <a:latin typeface="DejaVu Sans"/>
                <a:ea typeface="DejaVu Sans"/>
                <a:cs typeface="DejaVu Sans"/>
              </a:defRPr>
            </a:lvl2pPr>
            <a:lvl3pPr algn="l">
              <a:defRPr sz="1725" b="1">
                <a:solidFill>
                  <a:srgbClr val="7BC4B4"/>
                </a:solidFill>
                <a:latin typeface="DejaVu Sans"/>
                <a:ea typeface="DejaVu Sans"/>
                <a:cs typeface="DejaVu Sans"/>
              </a:defRPr>
            </a:lvl3pPr>
            <a:lvl4pPr algn="l">
              <a:defRPr sz="1725" b="1">
                <a:solidFill>
                  <a:srgbClr val="7BC4B4"/>
                </a:solidFill>
                <a:latin typeface="DejaVu Sans"/>
                <a:ea typeface="DejaVu Sans"/>
                <a:cs typeface="DejaVu Sans"/>
              </a:defRPr>
            </a:lvl4pPr>
            <a:lvl5pPr algn="l">
              <a:defRPr sz="1725" b="1">
                <a:solidFill>
                  <a:srgbClr val="7BC4B4"/>
                </a:solidFill>
                <a:latin typeface="DejaVu Sans"/>
                <a:ea typeface="DejaVu Sans"/>
                <a:cs typeface="DejaVu Sans"/>
              </a:defRPr>
            </a:lvl5pPr>
            <a:lvl6pPr algn="l">
              <a:defRPr sz="1725" b="1">
                <a:solidFill>
                  <a:srgbClr val="7BC4B4"/>
                </a:solidFill>
                <a:latin typeface="DejaVu Sans"/>
                <a:ea typeface="DejaVu Sans"/>
                <a:cs typeface="DejaVu Sans"/>
              </a:defRPr>
            </a:lvl6pPr>
            <a:lvl7pPr algn="l">
              <a:defRPr sz="1725" b="1">
                <a:solidFill>
                  <a:srgbClr val="7BC4B4"/>
                </a:solidFill>
                <a:latin typeface="DejaVu Sans"/>
                <a:ea typeface="DejaVu Sans"/>
                <a:cs typeface="DejaVu Sans"/>
              </a:defRPr>
            </a:lvl7pPr>
            <a:lvl8pPr algn="l">
              <a:defRPr sz="1725" b="1">
                <a:solidFill>
                  <a:srgbClr val="7BC4B4"/>
                </a:solidFill>
                <a:latin typeface="DejaVu Sans"/>
                <a:ea typeface="DejaVu Sans"/>
                <a:cs typeface="DejaVu Sans"/>
              </a:defRPr>
            </a:lvl8pPr>
            <a:lvl9pPr algn="l">
              <a:defRPr sz="1725" b="1">
                <a:solidFill>
                  <a:srgbClr val="7BC4B4"/>
                </a:solidFill>
                <a:latin typeface="DejaVu Sans"/>
                <a:ea typeface="DejaVu Sans"/>
                <a:cs typeface="DejaVu Sans"/>
              </a:defRPr>
            </a:lvl9pPr>
          </a:lstStyle>
          <a:p xmlns:a="http://schemas.openxmlformats.org/drawingml/2006/main">
            <a:pPr algn="l">
              <a:defRPr sz="1725" b="1">
                <a:solidFill>
                  <a:srgbClr val="7BC4B4"/>
                </a:solidFill>
                <a:latin typeface="DejaVu Sans"/>
                <a:ea typeface="DejaVu Sans"/>
                <a:cs typeface="DejaVu Sans"/>
              </a:defRPr>
            </a:pPr>
            <a:r>
              <a:rPr sz="1725" b="1">
                <a:solidFill>
                  <a:srgbClr val="7BC4B4"/>
                </a:solidFill>
                <a:latin typeface="DejaVu Sans"/>
                <a:ea typeface="DejaVu Sans"/>
                <a:cs typeface="DejaVu Sans"/>
              </a:rPr>
              <a:t>05</a:t>
            </a:r>
          </a:p>
        </p:txBody>
      </p:sp>
      <p:sp>
        <p:nvSpPr>
          <p:cNvPr id="21" name="text-20">
            <a:extLst xmlns:a="http://schemas.openxmlformats.org/drawingml/2006/main">
              <a:ext uri="{FF2B5EF4-FFF2-40B4-BE49-F238E27FC236}">
                <a16:creationId xmlns:a16="http://schemas.microsoft.com/office/drawing/2014/main" id="{3ACE503D-E89A-43C7-8A25-20711029FF44}"/>
              </a:ext>
            </a:extLst>
          </p:cNvPr>
          <p:cNvSpPr>
            <a:spLocks xmlns:a="http://schemas.openxmlformats.org/drawingml/2006/main" noGrp="1"/>
          </p:cNvSpPr>
          <p:nvPr/>
        </p:nvSpPr>
        <p:spPr>
          <a:xfrm xmlns:a="http://schemas.openxmlformats.org/drawingml/2006/main">
            <a:off x="7458075" y="5000625"/>
            <a:ext cx="4048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DejaVu Sans"/>
                <a:ea typeface="DejaVu Sans"/>
                <a:cs typeface="DejaVu Sans"/>
              </a:defRPr>
            </a:defPPr>
            <a:lvl1pPr algn="l">
              <a:defRPr sz="1800" b="0">
                <a:solidFill>
                  <a:srgbClr val="FFFFFF"/>
                </a:solidFill>
                <a:latin typeface="DejaVu Sans"/>
                <a:ea typeface="DejaVu Sans"/>
                <a:cs typeface="DejaVu Sans"/>
              </a:defRPr>
            </a:lvl1pPr>
            <a:lvl2pPr algn="l">
              <a:defRPr sz="1800" b="0">
                <a:solidFill>
                  <a:srgbClr val="FFFFFF"/>
                </a:solidFill>
                <a:latin typeface="DejaVu Sans"/>
                <a:ea typeface="DejaVu Sans"/>
                <a:cs typeface="DejaVu Sans"/>
              </a:defRPr>
            </a:lvl2pPr>
            <a:lvl3pPr algn="l">
              <a:defRPr sz="1800" b="0">
                <a:solidFill>
                  <a:srgbClr val="FFFFFF"/>
                </a:solidFill>
                <a:latin typeface="DejaVu Sans"/>
                <a:ea typeface="DejaVu Sans"/>
                <a:cs typeface="DejaVu Sans"/>
              </a:defRPr>
            </a:lvl3pPr>
            <a:lvl4pPr algn="l">
              <a:defRPr sz="1800" b="0">
                <a:solidFill>
                  <a:srgbClr val="FFFFFF"/>
                </a:solidFill>
                <a:latin typeface="DejaVu Sans"/>
                <a:ea typeface="DejaVu Sans"/>
                <a:cs typeface="DejaVu Sans"/>
              </a:defRPr>
            </a:lvl4pPr>
            <a:lvl5pPr algn="l">
              <a:defRPr sz="1800" b="0">
                <a:solidFill>
                  <a:srgbClr val="FFFFFF"/>
                </a:solidFill>
                <a:latin typeface="DejaVu Sans"/>
                <a:ea typeface="DejaVu Sans"/>
                <a:cs typeface="DejaVu Sans"/>
              </a:defRPr>
            </a:lvl5pPr>
            <a:lvl6pPr algn="l">
              <a:defRPr sz="1800" b="0">
                <a:solidFill>
                  <a:srgbClr val="FFFFFF"/>
                </a:solidFill>
                <a:latin typeface="DejaVu Sans"/>
                <a:ea typeface="DejaVu Sans"/>
                <a:cs typeface="DejaVu Sans"/>
              </a:defRPr>
            </a:lvl6pPr>
            <a:lvl7pPr algn="l">
              <a:defRPr sz="1800" b="0">
                <a:solidFill>
                  <a:srgbClr val="FFFFFF"/>
                </a:solidFill>
                <a:latin typeface="DejaVu Sans"/>
                <a:ea typeface="DejaVu Sans"/>
                <a:cs typeface="DejaVu Sans"/>
              </a:defRPr>
            </a:lvl7pPr>
            <a:lvl8pPr algn="l">
              <a:defRPr sz="1800" b="0">
                <a:solidFill>
                  <a:srgbClr val="FFFFFF"/>
                </a:solidFill>
                <a:latin typeface="DejaVu Sans"/>
                <a:ea typeface="DejaVu Sans"/>
                <a:cs typeface="DejaVu Sans"/>
              </a:defRPr>
            </a:lvl8pPr>
            <a:lvl9pPr algn="l">
              <a:defRPr sz="1800" b="0">
                <a:solidFill>
                  <a:srgbClr val="FFFFFF"/>
                </a:solidFill>
                <a:latin typeface="DejaVu Sans"/>
                <a:ea typeface="DejaVu Sans"/>
                <a:cs typeface="DejaVu Sans"/>
              </a:defRPr>
            </a:lvl9pPr>
          </a:lstStyle>
          <a:p xmlns:a="http://schemas.openxmlformats.org/drawingml/2006/main">
            <a:pPr algn="l">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Quality of life</a:t>
            </a:r>
          </a:p>
        </p:txBody>
      </p:sp>
    </p:spTree>
    <p:extLst>
      <p:ext uri="{BB962C8B-B14F-4D97-AF65-F5344CB8AC3E}">
        <p14:creationId xmlns:p14="http://schemas.microsoft.com/office/powerpoint/2010/main" val="280866684"/>
      </p:ext>
    </p:extLst>
  </p:cSld>
</p:sld>
</file>

<file path=ppt/slides/slide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357B5B1B-A599-4FA2-B552-5522DBD7434E}"/>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3786E"/>
                </a:solidFill>
                <a:latin typeface="DejaVu Sans"/>
                <a:ea typeface="DejaVu Sans"/>
                <a:cs typeface="DejaVu Sans"/>
              </a:defRPr>
            </a:defPPr>
            <a:lvl1pPr algn="l">
              <a:defRPr sz="1200" b="1">
                <a:solidFill>
                  <a:srgbClr val="13786E"/>
                </a:solidFill>
                <a:latin typeface="DejaVu Sans"/>
                <a:ea typeface="DejaVu Sans"/>
                <a:cs typeface="DejaVu Sans"/>
              </a:defRPr>
            </a:lvl1pPr>
            <a:lvl2pPr algn="l">
              <a:defRPr sz="1200" b="1">
                <a:solidFill>
                  <a:srgbClr val="13786E"/>
                </a:solidFill>
                <a:latin typeface="DejaVu Sans"/>
                <a:ea typeface="DejaVu Sans"/>
                <a:cs typeface="DejaVu Sans"/>
              </a:defRPr>
            </a:lvl2pPr>
            <a:lvl3pPr algn="l">
              <a:defRPr sz="1200" b="1">
                <a:solidFill>
                  <a:srgbClr val="13786E"/>
                </a:solidFill>
                <a:latin typeface="DejaVu Sans"/>
                <a:ea typeface="DejaVu Sans"/>
                <a:cs typeface="DejaVu Sans"/>
              </a:defRPr>
            </a:lvl3pPr>
            <a:lvl4pPr algn="l">
              <a:defRPr sz="1200" b="1">
                <a:solidFill>
                  <a:srgbClr val="13786E"/>
                </a:solidFill>
                <a:latin typeface="DejaVu Sans"/>
                <a:ea typeface="DejaVu Sans"/>
                <a:cs typeface="DejaVu Sans"/>
              </a:defRPr>
            </a:lvl4pPr>
            <a:lvl5pPr algn="l">
              <a:defRPr sz="1200" b="1">
                <a:solidFill>
                  <a:srgbClr val="13786E"/>
                </a:solidFill>
                <a:latin typeface="DejaVu Sans"/>
                <a:ea typeface="DejaVu Sans"/>
                <a:cs typeface="DejaVu Sans"/>
              </a:defRPr>
            </a:lvl5pPr>
            <a:lvl6pPr algn="l">
              <a:defRPr sz="1200" b="1">
                <a:solidFill>
                  <a:srgbClr val="13786E"/>
                </a:solidFill>
                <a:latin typeface="DejaVu Sans"/>
                <a:ea typeface="DejaVu Sans"/>
                <a:cs typeface="DejaVu Sans"/>
              </a:defRPr>
            </a:lvl6pPr>
            <a:lvl7pPr algn="l">
              <a:defRPr sz="1200" b="1">
                <a:solidFill>
                  <a:srgbClr val="13786E"/>
                </a:solidFill>
                <a:latin typeface="DejaVu Sans"/>
                <a:ea typeface="DejaVu Sans"/>
                <a:cs typeface="DejaVu Sans"/>
              </a:defRPr>
            </a:lvl7pPr>
            <a:lvl8pPr algn="l">
              <a:defRPr sz="1200" b="1">
                <a:solidFill>
                  <a:srgbClr val="13786E"/>
                </a:solidFill>
                <a:latin typeface="DejaVu Sans"/>
                <a:ea typeface="DejaVu Sans"/>
                <a:cs typeface="DejaVu Sans"/>
              </a:defRPr>
            </a:lvl8pPr>
            <a:lvl9pPr algn="l">
              <a:defRPr sz="1200" b="1">
                <a:solidFill>
                  <a:srgbClr val="13786E"/>
                </a:solidFill>
                <a:latin typeface="DejaVu Sans"/>
                <a:ea typeface="DejaVu Sans"/>
                <a:cs typeface="DejaVu Sans"/>
              </a:defRPr>
            </a:lvl9pPr>
          </a:lstStyle>
          <a:p xmlns:a="http://schemas.openxmlformats.org/drawingml/2006/main">
            <a:pPr algn="l">
              <a:defRPr sz="1200" b="1">
                <a:solidFill>
                  <a:srgbClr val="13786E"/>
                </a:solidFill>
                <a:latin typeface="DejaVu Sans"/>
                <a:ea typeface="DejaVu Sans"/>
                <a:cs typeface="DejaVu Sans"/>
              </a:defRPr>
            </a:pPr>
            <a:r>
              <a:rPr sz="1200" b="1">
                <a:solidFill>
                  <a:srgbClr val="13786E"/>
                </a:solidFill>
                <a:latin typeface="DejaVu Sans"/>
                <a:ea typeface="DejaVu Sans"/>
                <a:cs typeface="DejaVu Sans"/>
              </a:rPr>
              <a:t>CASE 1 / NEW HAMPSHIRE, USA / JANUARY 2024</a:t>
            </a:r>
          </a:p>
        </p:txBody>
      </p:sp>
      <p:sp>
        <p:nvSpPr>
          <p:cNvPr id="2" name="slide-title">
            <a:extLst xmlns:a="http://schemas.openxmlformats.org/drawingml/2006/main">
              <a:ext uri="{FF2B5EF4-FFF2-40B4-BE49-F238E27FC236}">
                <a16:creationId xmlns:a16="http://schemas.microsoft.com/office/drawing/2014/main" id="{A1D770F3-9EE2-408C-BA82-263584486299}"/>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A3C"/>
                </a:solidFill>
                <a:latin typeface="DejaVu Sans"/>
                <a:ea typeface="DejaVu Sans"/>
                <a:cs typeface="DejaVu Sans"/>
              </a:defRPr>
            </a:defPPr>
            <a:lvl1pPr algn="l">
              <a:defRPr sz="3225" b="1">
                <a:solidFill>
                  <a:srgbClr val="142A3C"/>
                </a:solidFill>
                <a:latin typeface="DejaVu Sans"/>
                <a:ea typeface="DejaVu Sans"/>
                <a:cs typeface="DejaVu Sans"/>
              </a:defRPr>
            </a:lvl1pPr>
            <a:lvl2pPr algn="l">
              <a:defRPr sz="3225" b="1">
                <a:solidFill>
                  <a:srgbClr val="142A3C"/>
                </a:solidFill>
                <a:latin typeface="DejaVu Sans"/>
                <a:ea typeface="DejaVu Sans"/>
                <a:cs typeface="DejaVu Sans"/>
              </a:defRPr>
            </a:lvl2pPr>
            <a:lvl3pPr algn="l">
              <a:defRPr sz="3225" b="1">
                <a:solidFill>
                  <a:srgbClr val="142A3C"/>
                </a:solidFill>
                <a:latin typeface="DejaVu Sans"/>
                <a:ea typeface="DejaVu Sans"/>
                <a:cs typeface="DejaVu Sans"/>
              </a:defRPr>
            </a:lvl3pPr>
            <a:lvl4pPr algn="l">
              <a:defRPr sz="3225" b="1">
                <a:solidFill>
                  <a:srgbClr val="142A3C"/>
                </a:solidFill>
                <a:latin typeface="DejaVu Sans"/>
                <a:ea typeface="DejaVu Sans"/>
                <a:cs typeface="DejaVu Sans"/>
              </a:defRPr>
            </a:lvl4pPr>
            <a:lvl5pPr algn="l">
              <a:defRPr sz="3225" b="1">
                <a:solidFill>
                  <a:srgbClr val="142A3C"/>
                </a:solidFill>
                <a:latin typeface="DejaVu Sans"/>
                <a:ea typeface="DejaVu Sans"/>
                <a:cs typeface="DejaVu Sans"/>
              </a:defRPr>
            </a:lvl5pPr>
            <a:lvl6pPr algn="l">
              <a:defRPr sz="3225" b="1">
                <a:solidFill>
                  <a:srgbClr val="142A3C"/>
                </a:solidFill>
                <a:latin typeface="DejaVu Sans"/>
                <a:ea typeface="DejaVu Sans"/>
                <a:cs typeface="DejaVu Sans"/>
              </a:defRPr>
            </a:lvl6pPr>
            <a:lvl7pPr algn="l">
              <a:defRPr sz="3225" b="1">
                <a:solidFill>
                  <a:srgbClr val="142A3C"/>
                </a:solidFill>
                <a:latin typeface="DejaVu Sans"/>
                <a:ea typeface="DejaVu Sans"/>
                <a:cs typeface="DejaVu Sans"/>
              </a:defRPr>
            </a:lvl7pPr>
            <a:lvl8pPr algn="l">
              <a:defRPr sz="3225" b="1">
                <a:solidFill>
                  <a:srgbClr val="142A3C"/>
                </a:solidFill>
                <a:latin typeface="DejaVu Sans"/>
                <a:ea typeface="DejaVu Sans"/>
                <a:cs typeface="DejaVu Sans"/>
              </a:defRPr>
            </a:lvl8pPr>
            <a:lvl9pPr algn="l">
              <a:defRPr sz="3225" b="1">
                <a:solidFill>
                  <a:srgbClr val="142A3C"/>
                </a:solidFill>
                <a:latin typeface="DejaVu Sans"/>
                <a:ea typeface="DejaVu Sans"/>
                <a:cs typeface="DejaVu Sans"/>
              </a:defRPr>
            </a:lvl9pPr>
          </a:lstStyle>
          <a:p xmlns:a="http://schemas.openxmlformats.org/drawingml/2006/main">
            <a:pPr algn="l">
              <a:defRPr sz="3225" b="1">
                <a:solidFill>
                  <a:srgbClr val="142A3C"/>
                </a:solidFill>
                <a:latin typeface="DejaVu Sans"/>
                <a:ea typeface="DejaVu Sans"/>
                <a:cs typeface="DejaVu Sans"/>
              </a:defRPr>
            </a:pPr>
            <a:r>
              <a:rPr sz="3225" b="1">
                <a:solidFill>
                  <a:srgbClr val="142A3C"/>
                </a:solidFill>
                <a:latin typeface="DejaVu Sans"/>
                <a:ea typeface="DejaVu Sans"/>
                <a:cs typeface="DejaVu Sans"/>
              </a:rPr>
              <a:t>A cloned Biden voice called voters</a:t>
            </a:r>
          </a:p>
        </p:txBody>
      </p:sp>
      <p:sp>
        <p:nvSpPr>
          <p:cNvPr id="3" name="text-2">
            <a:extLst xmlns:a="http://schemas.openxmlformats.org/drawingml/2006/main">
              <a:ext uri="{FF2B5EF4-FFF2-40B4-BE49-F238E27FC236}">
                <a16:creationId xmlns:a16="http://schemas.microsoft.com/office/drawing/2014/main" id="{CE04504F-135F-4C30-AE0E-0AE6EDBD8DF9}"/>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46570"/>
                </a:solidFill>
                <a:latin typeface="DejaVu Sans"/>
                <a:ea typeface="DejaVu Sans"/>
                <a:cs typeface="DejaVu Sans"/>
              </a:defRPr>
            </a:defPPr>
            <a:lvl1pPr algn="r">
              <a:defRPr sz="1200" b="0">
                <a:solidFill>
                  <a:srgbClr val="546570"/>
                </a:solidFill>
                <a:latin typeface="DejaVu Sans"/>
                <a:ea typeface="DejaVu Sans"/>
                <a:cs typeface="DejaVu Sans"/>
              </a:defRPr>
            </a:lvl1pPr>
            <a:lvl2pPr algn="r">
              <a:defRPr sz="1200" b="0">
                <a:solidFill>
                  <a:srgbClr val="546570"/>
                </a:solidFill>
                <a:latin typeface="DejaVu Sans"/>
                <a:ea typeface="DejaVu Sans"/>
                <a:cs typeface="DejaVu Sans"/>
              </a:defRPr>
            </a:lvl2pPr>
            <a:lvl3pPr algn="r">
              <a:defRPr sz="1200" b="0">
                <a:solidFill>
                  <a:srgbClr val="546570"/>
                </a:solidFill>
                <a:latin typeface="DejaVu Sans"/>
                <a:ea typeface="DejaVu Sans"/>
                <a:cs typeface="DejaVu Sans"/>
              </a:defRPr>
            </a:lvl3pPr>
            <a:lvl4pPr algn="r">
              <a:defRPr sz="1200" b="0">
                <a:solidFill>
                  <a:srgbClr val="546570"/>
                </a:solidFill>
                <a:latin typeface="DejaVu Sans"/>
                <a:ea typeface="DejaVu Sans"/>
                <a:cs typeface="DejaVu Sans"/>
              </a:defRPr>
            </a:lvl4pPr>
            <a:lvl5pPr algn="r">
              <a:defRPr sz="1200" b="0">
                <a:solidFill>
                  <a:srgbClr val="546570"/>
                </a:solidFill>
                <a:latin typeface="DejaVu Sans"/>
                <a:ea typeface="DejaVu Sans"/>
                <a:cs typeface="DejaVu Sans"/>
              </a:defRPr>
            </a:lvl5pPr>
            <a:lvl6pPr algn="r">
              <a:defRPr sz="1200" b="0">
                <a:solidFill>
                  <a:srgbClr val="546570"/>
                </a:solidFill>
                <a:latin typeface="DejaVu Sans"/>
                <a:ea typeface="DejaVu Sans"/>
                <a:cs typeface="DejaVu Sans"/>
              </a:defRPr>
            </a:lvl6pPr>
            <a:lvl7pPr algn="r">
              <a:defRPr sz="1200" b="0">
                <a:solidFill>
                  <a:srgbClr val="546570"/>
                </a:solidFill>
                <a:latin typeface="DejaVu Sans"/>
                <a:ea typeface="DejaVu Sans"/>
                <a:cs typeface="DejaVu Sans"/>
              </a:defRPr>
            </a:lvl7pPr>
            <a:lvl8pPr algn="r">
              <a:defRPr sz="1200" b="0">
                <a:solidFill>
                  <a:srgbClr val="546570"/>
                </a:solidFill>
                <a:latin typeface="DejaVu Sans"/>
                <a:ea typeface="DejaVu Sans"/>
                <a:cs typeface="DejaVu Sans"/>
              </a:defRPr>
            </a:lvl8pPr>
            <a:lvl9pPr algn="r">
              <a:defRPr sz="1200" b="0">
                <a:solidFill>
                  <a:srgbClr val="546570"/>
                </a:solidFill>
                <a:latin typeface="DejaVu Sans"/>
                <a:ea typeface="DejaVu Sans"/>
                <a:cs typeface="DejaVu Sans"/>
              </a:defRPr>
            </a:lvl9pPr>
          </a:lstStyle>
          <a:p xmlns:a="http://schemas.openxmlformats.org/drawingml/2006/main">
            <a:pPr algn="r">
              <a:defRPr sz="1200" b="0">
                <a:solidFill>
                  <a:srgbClr val="546570"/>
                </a:solidFill>
                <a:latin typeface="DejaVu Sans"/>
                <a:ea typeface="DejaVu Sans"/>
                <a:cs typeface="DejaVu Sans"/>
              </a:defRPr>
            </a:pPr>
            <a:r>
              <a:rPr sz="1200" b="0">
                <a:solidFill>
                  <a:srgbClr val="546570"/>
                </a:solidFill>
                <a:latin typeface="DejaVu Sans"/>
                <a:ea typeface="DejaVu Sans"/>
                <a:cs typeface="DejaVu Sans"/>
              </a:rPr>
              <a:t>04</a:t>
            </a:r>
          </a:p>
        </p:txBody>
      </p:sp>
      <p:sp>
        <p:nvSpPr>
          <p:cNvPr id="4" name="text-3">
            <a:extLst xmlns:a="http://schemas.openxmlformats.org/drawingml/2006/main">
              <a:ext uri="{FF2B5EF4-FFF2-40B4-BE49-F238E27FC236}">
                <a16:creationId xmlns:a16="http://schemas.microsoft.com/office/drawing/2014/main" id="{2FCFEC13-BE0D-41C6-8705-52D1E527210E}"/>
              </a:ext>
            </a:extLst>
          </p:cNvPr>
          <p:cNvSpPr>
            <a:spLocks xmlns:a="http://schemas.openxmlformats.org/drawingml/2006/main" noGrp="1"/>
          </p:cNvSpPr>
          <p:nvPr/>
        </p:nvSpPr>
        <p:spPr>
          <a:xfrm xmlns:a="http://schemas.openxmlformats.org/drawingml/2006/main">
            <a:off x="609600" y="64008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46570"/>
                </a:solidFill>
                <a:latin typeface="DejaVu Sans"/>
                <a:ea typeface="DejaVu Sans"/>
                <a:cs typeface="DejaVu Sans"/>
              </a:defRPr>
            </a:defPPr>
            <a:lvl1pPr algn="l">
              <a:defRPr sz="1050" b="0">
                <a:solidFill>
                  <a:srgbClr val="546570"/>
                </a:solidFill>
                <a:latin typeface="DejaVu Sans"/>
                <a:ea typeface="DejaVu Sans"/>
                <a:cs typeface="DejaVu Sans"/>
              </a:defRPr>
            </a:lvl1pPr>
            <a:lvl2pPr algn="l">
              <a:defRPr sz="1050" b="0">
                <a:solidFill>
                  <a:srgbClr val="546570"/>
                </a:solidFill>
                <a:latin typeface="DejaVu Sans"/>
                <a:ea typeface="DejaVu Sans"/>
                <a:cs typeface="DejaVu Sans"/>
              </a:defRPr>
            </a:lvl2pPr>
            <a:lvl3pPr algn="l">
              <a:defRPr sz="1050" b="0">
                <a:solidFill>
                  <a:srgbClr val="546570"/>
                </a:solidFill>
                <a:latin typeface="DejaVu Sans"/>
                <a:ea typeface="DejaVu Sans"/>
                <a:cs typeface="DejaVu Sans"/>
              </a:defRPr>
            </a:lvl3pPr>
            <a:lvl4pPr algn="l">
              <a:defRPr sz="1050" b="0">
                <a:solidFill>
                  <a:srgbClr val="546570"/>
                </a:solidFill>
                <a:latin typeface="DejaVu Sans"/>
                <a:ea typeface="DejaVu Sans"/>
                <a:cs typeface="DejaVu Sans"/>
              </a:defRPr>
            </a:lvl4pPr>
            <a:lvl5pPr algn="l">
              <a:defRPr sz="1050" b="0">
                <a:solidFill>
                  <a:srgbClr val="546570"/>
                </a:solidFill>
                <a:latin typeface="DejaVu Sans"/>
                <a:ea typeface="DejaVu Sans"/>
                <a:cs typeface="DejaVu Sans"/>
              </a:defRPr>
            </a:lvl5pPr>
            <a:lvl6pPr algn="l">
              <a:defRPr sz="1050" b="0">
                <a:solidFill>
                  <a:srgbClr val="546570"/>
                </a:solidFill>
                <a:latin typeface="DejaVu Sans"/>
                <a:ea typeface="DejaVu Sans"/>
                <a:cs typeface="DejaVu Sans"/>
              </a:defRPr>
            </a:lvl6pPr>
            <a:lvl7pPr algn="l">
              <a:defRPr sz="1050" b="0">
                <a:solidFill>
                  <a:srgbClr val="546570"/>
                </a:solidFill>
                <a:latin typeface="DejaVu Sans"/>
                <a:ea typeface="DejaVu Sans"/>
                <a:cs typeface="DejaVu Sans"/>
              </a:defRPr>
            </a:lvl7pPr>
            <a:lvl8pPr algn="l">
              <a:defRPr sz="1050" b="0">
                <a:solidFill>
                  <a:srgbClr val="546570"/>
                </a:solidFill>
                <a:latin typeface="DejaVu Sans"/>
                <a:ea typeface="DejaVu Sans"/>
                <a:cs typeface="DejaVu Sans"/>
              </a:defRPr>
            </a:lvl8pPr>
            <a:lvl9pPr algn="l">
              <a:defRPr sz="1050" b="0">
                <a:solidFill>
                  <a:srgbClr val="546570"/>
                </a:solidFill>
                <a:latin typeface="DejaVu Sans"/>
                <a:ea typeface="DejaVu Sans"/>
                <a:cs typeface="DejaVu Sans"/>
              </a:defRPr>
            </a:lvl9pPr>
          </a:lstStyle>
          <a:p xmlns:a="http://schemas.openxmlformats.org/drawingml/2006/main">
            <a:pPr algn="l">
              <a:defRPr sz="1050" b="0">
                <a:solidFill>
                  <a:srgbClr val="546570"/>
                </a:solidFill>
                <a:latin typeface="DejaVu Sans"/>
                <a:ea typeface="DejaVu Sans"/>
                <a:cs typeface="DejaVu Sans"/>
              </a:defRPr>
            </a:pPr>
            <a:r>
              <a:rPr sz="1050" b="0">
                <a:solidFill>
                  <a:srgbClr val="546570"/>
                </a:solidFill>
                <a:latin typeface="DejaVu Sans"/>
                <a:ea typeface="DejaVu Sans"/>
                <a:cs typeface="DejaVu Sans"/>
              </a:rPr>
              <a:t>[3] FCC, 26 September 2024. [4] NHPR, 13 June 2025. Photo: Adam Schultz / White House, 2021, public domain.</a:t>
            </a:r>
          </a:p>
        </p:txBody>
      </p:sp>
      <p:pic>
        <p:nvPicPr>
          <p:cNvPr id="5" name="">
            <a:extLst xmlns:a="http://schemas.openxmlformats.org/drawingml/2006/main">
              <a:ext uri="{FF2B5EF4-FFF2-40B4-BE49-F238E27FC236}">
                <a16:creationId xmlns:a16="http://schemas.microsoft.com/office/drawing/2014/main" id="{E244D2CF-6BB9-4C6C-A8F0-D36D3AABBB01}"/>
              </a:ext>
            </a:extLst>
          </p:cNvPr>
          <p:cNvPicPr>
            <a:picLocks xmlns:a="http://schemas.openxmlformats.org/drawingml/2006/main" noChangeAspect="1"/>
          </p:cNvPicPr>
          <p:nvPr/>
        </p:nvPicPr>
        <p:blipFill>
          <a:blip xmlns:r="http://schemas.openxmlformats.org/officeDocument/2006/relationships" xmlns:a="http://schemas.openxmlformats.org/drawingml/2006/main" r:embed="Rbd48133e606348f9"/>
          <a:srcRect xmlns:a="http://schemas.openxmlformats.org/drawingml/2006/main" l="0" t="563" r="0" b="563"/>
          <a:stretch xmlns:a="http://schemas.openxmlformats.org/drawingml/2006/main">
            <a:fillRect l="0" t="0" r="0" b="0"/>
          </a:stretch>
        </p:blipFill>
        <p:spPr>
          <a:xfrm xmlns:a="http://schemas.openxmlformats.org/drawingml/2006/main">
            <a:off x="8029575" y="1676400"/>
            <a:ext cx="3552825" cy="4391025"/>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215D16B8-84BB-479C-84E0-26FE584EBD4C}"/>
              </a:ext>
            </a:extLst>
          </p:cNvPr>
          <p:cNvSpPr>
            <a:spLocks xmlns:a="http://schemas.openxmlformats.org/drawingml/2006/main" noGrp="1"/>
          </p:cNvSpPr>
          <p:nvPr/>
        </p:nvSpPr>
        <p:spPr>
          <a:xfrm xmlns:a="http://schemas.openxmlformats.org/drawingml/2006/main">
            <a:off x="609600" y="1809750"/>
            <a:ext cx="685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WHAT HAPPENED</a:t>
            </a:r>
          </a:p>
        </p:txBody>
      </p:sp>
      <p:sp>
        <p:nvSpPr>
          <p:cNvPr id="7" name="text-5">
            <a:extLst xmlns:a="http://schemas.openxmlformats.org/drawingml/2006/main">
              <a:ext uri="{FF2B5EF4-FFF2-40B4-BE49-F238E27FC236}">
                <a16:creationId xmlns:a16="http://schemas.microsoft.com/office/drawing/2014/main" id="{688F4AE0-64B6-44C8-A75F-594CC85A2E45}"/>
              </a:ext>
            </a:extLst>
          </p:cNvPr>
          <p:cNvSpPr>
            <a:spLocks xmlns:a="http://schemas.openxmlformats.org/drawingml/2006/main" noGrp="1"/>
          </p:cNvSpPr>
          <p:nvPr/>
        </p:nvSpPr>
        <p:spPr>
          <a:xfrm xmlns:a="http://schemas.openxmlformats.org/drawingml/2006/main">
            <a:off x="609600" y="2133600"/>
            <a:ext cx="685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A3C"/>
                </a:solidFill>
                <a:latin typeface="DejaVu Sans"/>
                <a:ea typeface="DejaVu Sans"/>
                <a:cs typeface="DejaVu Sans"/>
              </a:defRPr>
            </a:defPPr>
            <a:lvl1pPr algn="l">
              <a:defRPr sz="1875" b="0">
                <a:solidFill>
                  <a:srgbClr val="142A3C"/>
                </a:solidFill>
                <a:latin typeface="DejaVu Sans"/>
                <a:ea typeface="DejaVu Sans"/>
                <a:cs typeface="DejaVu Sans"/>
              </a:defRPr>
            </a:lvl1pPr>
            <a:lvl2pPr algn="l">
              <a:defRPr sz="1875" b="0">
                <a:solidFill>
                  <a:srgbClr val="142A3C"/>
                </a:solidFill>
                <a:latin typeface="DejaVu Sans"/>
                <a:ea typeface="DejaVu Sans"/>
                <a:cs typeface="DejaVu Sans"/>
              </a:defRPr>
            </a:lvl2pPr>
            <a:lvl3pPr algn="l">
              <a:defRPr sz="1875" b="0">
                <a:solidFill>
                  <a:srgbClr val="142A3C"/>
                </a:solidFill>
                <a:latin typeface="DejaVu Sans"/>
                <a:ea typeface="DejaVu Sans"/>
                <a:cs typeface="DejaVu Sans"/>
              </a:defRPr>
            </a:lvl3pPr>
            <a:lvl4pPr algn="l">
              <a:defRPr sz="1875" b="0">
                <a:solidFill>
                  <a:srgbClr val="142A3C"/>
                </a:solidFill>
                <a:latin typeface="DejaVu Sans"/>
                <a:ea typeface="DejaVu Sans"/>
                <a:cs typeface="DejaVu Sans"/>
              </a:defRPr>
            </a:lvl4pPr>
            <a:lvl5pPr algn="l">
              <a:defRPr sz="1875" b="0">
                <a:solidFill>
                  <a:srgbClr val="142A3C"/>
                </a:solidFill>
                <a:latin typeface="DejaVu Sans"/>
                <a:ea typeface="DejaVu Sans"/>
                <a:cs typeface="DejaVu Sans"/>
              </a:defRPr>
            </a:lvl5pPr>
            <a:lvl6pPr algn="l">
              <a:defRPr sz="1875" b="0">
                <a:solidFill>
                  <a:srgbClr val="142A3C"/>
                </a:solidFill>
                <a:latin typeface="DejaVu Sans"/>
                <a:ea typeface="DejaVu Sans"/>
                <a:cs typeface="DejaVu Sans"/>
              </a:defRPr>
            </a:lvl6pPr>
            <a:lvl7pPr algn="l">
              <a:defRPr sz="1875" b="0">
                <a:solidFill>
                  <a:srgbClr val="142A3C"/>
                </a:solidFill>
                <a:latin typeface="DejaVu Sans"/>
                <a:ea typeface="DejaVu Sans"/>
                <a:cs typeface="DejaVu Sans"/>
              </a:defRPr>
            </a:lvl7pPr>
            <a:lvl8pPr algn="l">
              <a:defRPr sz="1875" b="0">
                <a:solidFill>
                  <a:srgbClr val="142A3C"/>
                </a:solidFill>
                <a:latin typeface="DejaVu Sans"/>
                <a:ea typeface="DejaVu Sans"/>
                <a:cs typeface="DejaVu Sans"/>
              </a:defRPr>
            </a:lvl8pPr>
            <a:lvl9pPr algn="l">
              <a:defRPr sz="1875" b="0">
                <a:solidFill>
                  <a:srgbClr val="142A3C"/>
                </a:solidFill>
                <a:latin typeface="DejaVu Sans"/>
                <a:ea typeface="DejaVu Sans"/>
                <a:cs typeface="DejaVu Sans"/>
              </a:defRPr>
            </a:lvl9pPr>
          </a:lstStyle>
          <a:p xmlns:a="http://schemas.openxmlformats.org/drawingml/2006/main">
            <a:pPr algn="l">
              <a:defRPr sz="1875" b="0">
                <a:solidFill>
                  <a:srgbClr val="142A3C"/>
                </a:solidFill>
                <a:latin typeface="DejaVu Sans"/>
                <a:ea typeface="DejaVu Sans"/>
                <a:cs typeface="DejaVu Sans"/>
              </a:defRPr>
            </a:pPr>
            <a:r>
              <a:rPr sz="1875" b="0">
                <a:solidFill>
                  <a:srgbClr val="142A3C"/>
                </a:solidFill>
                <a:latin typeface="DejaVu Sans"/>
                <a:ea typeface="DejaVu Sans"/>
                <a:cs typeface="DejaVu Sans"/>
              </a:rPr>
              <a:t>Robocalls using an AI-cloned voice urged voters to skip the presidential primary.</a:t>
            </a:r>
          </a:p>
        </p:txBody>
      </p:sp>
      <p:sp>
        <p:nvSpPr>
          <p:cNvPr id="8" name="text-6">
            <a:extLst xmlns:a="http://schemas.openxmlformats.org/drawingml/2006/main">
              <a:ext uri="{FF2B5EF4-FFF2-40B4-BE49-F238E27FC236}">
                <a16:creationId xmlns:a16="http://schemas.microsoft.com/office/drawing/2014/main" id="{EAA5919F-AA67-486A-96FF-A4201DF6866F}"/>
              </a:ext>
            </a:extLst>
          </p:cNvPr>
          <p:cNvSpPr>
            <a:spLocks xmlns:a="http://schemas.openxmlformats.org/drawingml/2006/main" noGrp="1"/>
          </p:cNvSpPr>
          <p:nvPr/>
        </p:nvSpPr>
        <p:spPr>
          <a:xfrm xmlns:a="http://schemas.openxmlformats.org/drawingml/2006/main">
            <a:off x="609600" y="3181350"/>
            <a:ext cx="685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ETHICAL ISSUE</a:t>
            </a:r>
          </a:p>
        </p:txBody>
      </p:sp>
      <p:sp>
        <p:nvSpPr>
          <p:cNvPr id="9" name="text-7">
            <a:extLst xmlns:a="http://schemas.openxmlformats.org/drawingml/2006/main">
              <a:ext uri="{FF2B5EF4-FFF2-40B4-BE49-F238E27FC236}">
                <a16:creationId xmlns:a16="http://schemas.microsoft.com/office/drawing/2014/main" id="{EE9302B7-3FA8-44AC-ABFC-66C11A499585}"/>
              </a:ext>
            </a:extLst>
          </p:cNvPr>
          <p:cNvSpPr>
            <a:spLocks xmlns:a="http://schemas.openxmlformats.org/drawingml/2006/main" noGrp="1"/>
          </p:cNvSpPr>
          <p:nvPr/>
        </p:nvSpPr>
        <p:spPr>
          <a:xfrm xmlns:a="http://schemas.openxmlformats.org/drawingml/2006/main">
            <a:off x="609600" y="3505200"/>
            <a:ext cx="685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A3C"/>
                </a:solidFill>
                <a:latin typeface="DejaVu Sans"/>
                <a:ea typeface="DejaVu Sans"/>
                <a:cs typeface="DejaVu Sans"/>
              </a:defRPr>
            </a:defPPr>
            <a:lvl1pPr algn="l">
              <a:defRPr sz="1875" b="0">
                <a:solidFill>
                  <a:srgbClr val="142A3C"/>
                </a:solidFill>
                <a:latin typeface="DejaVu Sans"/>
                <a:ea typeface="DejaVu Sans"/>
                <a:cs typeface="DejaVu Sans"/>
              </a:defRPr>
            </a:lvl1pPr>
            <a:lvl2pPr algn="l">
              <a:defRPr sz="1875" b="0">
                <a:solidFill>
                  <a:srgbClr val="142A3C"/>
                </a:solidFill>
                <a:latin typeface="DejaVu Sans"/>
                <a:ea typeface="DejaVu Sans"/>
                <a:cs typeface="DejaVu Sans"/>
              </a:defRPr>
            </a:lvl2pPr>
            <a:lvl3pPr algn="l">
              <a:defRPr sz="1875" b="0">
                <a:solidFill>
                  <a:srgbClr val="142A3C"/>
                </a:solidFill>
                <a:latin typeface="DejaVu Sans"/>
                <a:ea typeface="DejaVu Sans"/>
                <a:cs typeface="DejaVu Sans"/>
              </a:defRPr>
            </a:lvl3pPr>
            <a:lvl4pPr algn="l">
              <a:defRPr sz="1875" b="0">
                <a:solidFill>
                  <a:srgbClr val="142A3C"/>
                </a:solidFill>
                <a:latin typeface="DejaVu Sans"/>
                <a:ea typeface="DejaVu Sans"/>
                <a:cs typeface="DejaVu Sans"/>
              </a:defRPr>
            </a:lvl4pPr>
            <a:lvl5pPr algn="l">
              <a:defRPr sz="1875" b="0">
                <a:solidFill>
                  <a:srgbClr val="142A3C"/>
                </a:solidFill>
                <a:latin typeface="DejaVu Sans"/>
                <a:ea typeface="DejaVu Sans"/>
                <a:cs typeface="DejaVu Sans"/>
              </a:defRPr>
            </a:lvl5pPr>
            <a:lvl6pPr algn="l">
              <a:defRPr sz="1875" b="0">
                <a:solidFill>
                  <a:srgbClr val="142A3C"/>
                </a:solidFill>
                <a:latin typeface="DejaVu Sans"/>
                <a:ea typeface="DejaVu Sans"/>
                <a:cs typeface="DejaVu Sans"/>
              </a:defRPr>
            </a:lvl6pPr>
            <a:lvl7pPr algn="l">
              <a:defRPr sz="1875" b="0">
                <a:solidFill>
                  <a:srgbClr val="142A3C"/>
                </a:solidFill>
                <a:latin typeface="DejaVu Sans"/>
                <a:ea typeface="DejaVu Sans"/>
                <a:cs typeface="DejaVu Sans"/>
              </a:defRPr>
            </a:lvl7pPr>
            <a:lvl8pPr algn="l">
              <a:defRPr sz="1875" b="0">
                <a:solidFill>
                  <a:srgbClr val="142A3C"/>
                </a:solidFill>
                <a:latin typeface="DejaVu Sans"/>
                <a:ea typeface="DejaVu Sans"/>
                <a:cs typeface="DejaVu Sans"/>
              </a:defRPr>
            </a:lvl8pPr>
            <a:lvl9pPr algn="l">
              <a:defRPr sz="1875" b="0">
                <a:solidFill>
                  <a:srgbClr val="142A3C"/>
                </a:solidFill>
                <a:latin typeface="DejaVu Sans"/>
                <a:ea typeface="DejaVu Sans"/>
                <a:cs typeface="DejaVu Sans"/>
              </a:defRPr>
            </a:lvl9pPr>
          </a:lstStyle>
          <a:p xmlns:a="http://schemas.openxmlformats.org/drawingml/2006/main">
            <a:pPr algn="l">
              <a:defRPr sz="1875" b="0">
                <a:solidFill>
                  <a:srgbClr val="142A3C"/>
                </a:solidFill>
                <a:latin typeface="DejaVu Sans"/>
                <a:ea typeface="DejaVu Sans"/>
                <a:cs typeface="DejaVu Sans"/>
              </a:defRPr>
            </a:pPr>
            <a:r>
              <a:rPr sz="1875" b="0">
                <a:solidFill>
                  <a:srgbClr val="142A3C"/>
                </a:solidFill>
                <a:latin typeface="DejaVu Sans"/>
                <a:ea typeface="DejaVu Sans"/>
                <a:cs typeface="DejaVu Sans"/>
              </a:rPr>
              <a:t>A deceptive identity undermines voters’ ability to make an informed decision.</a:t>
            </a:r>
          </a:p>
        </p:txBody>
      </p:sp>
      <p:sp>
        <p:nvSpPr>
          <p:cNvPr id="10" name="text-8">
            <a:extLst xmlns:a="http://schemas.openxmlformats.org/drawingml/2006/main">
              <a:ext uri="{FF2B5EF4-FFF2-40B4-BE49-F238E27FC236}">
                <a16:creationId xmlns:a16="http://schemas.microsoft.com/office/drawing/2014/main" id="{2126EDC2-0E76-481B-95C3-500A08F48AA1}"/>
              </a:ext>
            </a:extLst>
          </p:cNvPr>
          <p:cNvSpPr>
            <a:spLocks xmlns:a="http://schemas.openxmlformats.org/drawingml/2006/main" noGrp="1"/>
          </p:cNvSpPr>
          <p:nvPr/>
        </p:nvSpPr>
        <p:spPr>
          <a:xfrm xmlns:a="http://schemas.openxmlformats.org/drawingml/2006/main">
            <a:off x="609600" y="4552950"/>
            <a:ext cx="685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CONSEQUENCES AND RESPONSIBILITY</a:t>
            </a:r>
          </a:p>
        </p:txBody>
      </p:sp>
      <p:sp>
        <p:nvSpPr>
          <p:cNvPr id="11" name="text-9">
            <a:extLst xmlns:a="http://schemas.openxmlformats.org/drawingml/2006/main">
              <a:ext uri="{FF2B5EF4-FFF2-40B4-BE49-F238E27FC236}">
                <a16:creationId xmlns:a16="http://schemas.microsoft.com/office/drawing/2014/main" id="{C34CCBD6-E2AC-4C28-9000-A851A3C41FE1}"/>
              </a:ext>
            </a:extLst>
          </p:cNvPr>
          <p:cNvSpPr>
            <a:spLocks xmlns:a="http://schemas.openxmlformats.org/drawingml/2006/main" noGrp="1"/>
          </p:cNvSpPr>
          <p:nvPr/>
        </p:nvSpPr>
        <p:spPr>
          <a:xfrm xmlns:a="http://schemas.openxmlformats.org/drawingml/2006/main">
            <a:off x="609600" y="4876800"/>
            <a:ext cx="685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A3C"/>
                </a:solidFill>
                <a:latin typeface="DejaVu Sans"/>
                <a:ea typeface="DejaVu Sans"/>
                <a:cs typeface="DejaVu Sans"/>
              </a:defRPr>
            </a:defPPr>
            <a:lvl1pPr algn="l">
              <a:defRPr sz="1875" b="0">
                <a:solidFill>
                  <a:srgbClr val="142A3C"/>
                </a:solidFill>
                <a:latin typeface="DejaVu Sans"/>
                <a:ea typeface="DejaVu Sans"/>
                <a:cs typeface="DejaVu Sans"/>
              </a:defRPr>
            </a:lvl1pPr>
            <a:lvl2pPr algn="l">
              <a:defRPr sz="1875" b="0">
                <a:solidFill>
                  <a:srgbClr val="142A3C"/>
                </a:solidFill>
                <a:latin typeface="DejaVu Sans"/>
                <a:ea typeface="DejaVu Sans"/>
                <a:cs typeface="DejaVu Sans"/>
              </a:defRPr>
            </a:lvl2pPr>
            <a:lvl3pPr algn="l">
              <a:defRPr sz="1875" b="0">
                <a:solidFill>
                  <a:srgbClr val="142A3C"/>
                </a:solidFill>
                <a:latin typeface="DejaVu Sans"/>
                <a:ea typeface="DejaVu Sans"/>
                <a:cs typeface="DejaVu Sans"/>
              </a:defRPr>
            </a:lvl3pPr>
            <a:lvl4pPr algn="l">
              <a:defRPr sz="1875" b="0">
                <a:solidFill>
                  <a:srgbClr val="142A3C"/>
                </a:solidFill>
                <a:latin typeface="DejaVu Sans"/>
                <a:ea typeface="DejaVu Sans"/>
                <a:cs typeface="DejaVu Sans"/>
              </a:defRPr>
            </a:lvl4pPr>
            <a:lvl5pPr algn="l">
              <a:defRPr sz="1875" b="0">
                <a:solidFill>
                  <a:srgbClr val="142A3C"/>
                </a:solidFill>
                <a:latin typeface="DejaVu Sans"/>
                <a:ea typeface="DejaVu Sans"/>
                <a:cs typeface="DejaVu Sans"/>
              </a:defRPr>
            </a:lvl5pPr>
            <a:lvl6pPr algn="l">
              <a:defRPr sz="1875" b="0">
                <a:solidFill>
                  <a:srgbClr val="142A3C"/>
                </a:solidFill>
                <a:latin typeface="DejaVu Sans"/>
                <a:ea typeface="DejaVu Sans"/>
                <a:cs typeface="DejaVu Sans"/>
              </a:defRPr>
            </a:lvl6pPr>
            <a:lvl7pPr algn="l">
              <a:defRPr sz="1875" b="0">
                <a:solidFill>
                  <a:srgbClr val="142A3C"/>
                </a:solidFill>
                <a:latin typeface="DejaVu Sans"/>
                <a:ea typeface="DejaVu Sans"/>
                <a:cs typeface="DejaVu Sans"/>
              </a:defRPr>
            </a:lvl7pPr>
            <a:lvl8pPr algn="l">
              <a:defRPr sz="1875" b="0">
                <a:solidFill>
                  <a:srgbClr val="142A3C"/>
                </a:solidFill>
                <a:latin typeface="DejaVu Sans"/>
                <a:ea typeface="DejaVu Sans"/>
                <a:cs typeface="DejaVu Sans"/>
              </a:defRPr>
            </a:lvl8pPr>
            <a:lvl9pPr algn="l">
              <a:defRPr sz="1875" b="0">
                <a:solidFill>
                  <a:srgbClr val="142A3C"/>
                </a:solidFill>
                <a:latin typeface="DejaVu Sans"/>
                <a:ea typeface="DejaVu Sans"/>
                <a:cs typeface="DejaVu Sans"/>
              </a:defRPr>
            </a:lvl9pPr>
          </a:lstStyle>
          <a:p xmlns:a="http://schemas.openxmlformats.org/drawingml/2006/main">
            <a:pPr algn="l">
              <a:defRPr sz="1875" b="0">
                <a:solidFill>
                  <a:srgbClr val="142A3C"/>
                </a:solidFill>
                <a:latin typeface="DejaVu Sans"/>
                <a:ea typeface="DejaVu Sans"/>
                <a:cs typeface="DejaVu Sans"/>
              </a:defRPr>
            </a:pPr>
            <a:r>
              <a:rPr sz="1875" b="0">
                <a:solidFill>
                  <a:srgbClr val="142A3C"/>
                </a:solidFill>
                <a:latin typeface="DejaVu Sans"/>
                <a:ea typeface="DejaVu Sans"/>
                <a:cs typeface="DejaVu Sans"/>
              </a:rPr>
              <a:t>Steve Kramer commissioned the campaign. The FCC imposed a $6 million administrative fine in 2024.</a:t>
            </a:r>
          </a:p>
        </p:txBody>
      </p:sp>
      <p:sp>
        <p:nvSpPr>
          <p:cNvPr id="12" name="text-10">
            <a:extLst xmlns:a="http://schemas.openxmlformats.org/drawingml/2006/main">
              <a:ext uri="{FF2B5EF4-FFF2-40B4-BE49-F238E27FC236}">
                <a16:creationId xmlns:a16="http://schemas.microsoft.com/office/drawing/2014/main" id="{88C2B52C-C557-42B4-9969-72648441A2A6}"/>
              </a:ext>
            </a:extLst>
          </p:cNvPr>
          <p:cNvSpPr>
            <a:spLocks xmlns:a="http://schemas.openxmlformats.org/drawingml/2006/main" noGrp="1"/>
          </p:cNvSpPr>
          <p:nvPr/>
        </p:nvSpPr>
        <p:spPr>
          <a:xfrm xmlns:a="http://schemas.openxmlformats.org/drawingml/2006/main">
            <a:off x="609600" y="5762625"/>
            <a:ext cx="6858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46570"/>
                </a:solidFill>
                <a:latin typeface="DejaVu Sans"/>
                <a:ea typeface="DejaVu Sans"/>
                <a:cs typeface="DejaVu Sans"/>
              </a:defRPr>
            </a:defPPr>
            <a:lvl1pPr algn="l">
              <a:defRPr sz="1425" b="0">
                <a:solidFill>
                  <a:srgbClr val="546570"/>
                </a:solidFill>
                <a:latin typeface="DejaVu Sans"/>
                <a:ea typeface="DejaVu Sans"/>
                <a:cs typeface="DejaVu Sans"/>
              </a:defRPr>
            </a:lvl1pPr>
            <a:lvl2pPr algn="l">
              <a:defRPr sz="1425" b="0">
                <a:solidFill>
                  <a:srgbClr val="546570"/>
                </a:solidFill>
                <a:latin typeface="DejaVu Sans"/>
                <a:ea typeface="DejaVu Sans"/>
                <a:cs typeface="DejaVu Sans"/>
              </a:defRPr>
            </a:lvl2pPr>
            <a:lvl3pPr algn="l">
              <a:defRPr sz="1425" b="0">
                <a:solidFill>
                  <a:srgbClr val="546570"/>
                </a:solidFill>
                <a:latin typeface="DejaVu Sans"/>
                <a:ea typeface="DejaVu Sans"/>
                <a:cs typeface="DejaVu Sans"/>
              </a:defRPr>
            </a:lvl3pPr>
            <a:lvl4pPr algn="l">
              <a:defRPr sz="1425" b="0">
                <a:solidFill>
                  <a:srgbClr val="546570"/>
                </a:solidFill>
                <a:latin typeface="DejaVu Sans"/>
                <a:ea typeface="DejaVu Sans"/>
                <a:cs typeface="DejaVu Sans"/>
              </a:defRPr>
            </a:lvl4pPr>
            <a:lvl5pPr algn="l">
              <a:defRPr sz="1425" b="0">
                <a:solidFill>
                  <a:srgbClr val="546570"/>
                </a:solidFill>
                <a:latin typeface="DejaVu Sans"/>
                <a:ea typeface="DejaVu Sans"/>
                <a:cs typeface="DejaVu Sans"/>
              </a:defRPr>
            </a:lvl5pPr>
            <a:lvl6pPr algn="l">
              <a:defRPr sz="1425" b="0">
                <a:solidFill>
                  <a:srgbClr val="546570"/>
                </a:solidFill>
                <a:latin typeface="DejaVu Sans"/>
                <a:ea typeface="DejaVu Sans"/>
                <a:cs typeface="DejaVu Sans"/>
              </a:defRPr>
            </a:lvl6pPr>
            <a:lvl7pPr algn="l">
              <a:defRPr sz="1425" b="0">
                <a:solidFill>
                  <a:srgbClr val="546570"/>
                </a:solidFill>
                <a:latin typeface="DejaVu Sans"/>
                <a:ea typeface="DejaVu Sans"/>
                <a:cs typeface="DejaVu Sans"/>
              </a:defRPr>
            </a:lvl7pPr>
            <a:lvl8pPr algn="l">
              <a:defRPr sz="1425" b="0">
                <a:solidFill>
                  <a:srgbClr val="546570"/>
                </a:solidFill>
                <a:latin typeface="DejaVu Sans"/>
                <a:ea typeface="DejaVu Sans"/>
                <a:cs typeface="DejaVu Sans"/>
              </a:defRPr>
            </a:lvl8pPr>
            <a:lvl9pPr algn="l">
              <a:defRPr sz="1425" b="0">
                <a:solidFill>
                  <a:srgbClr val="546570"/>
                </a:solidFill>
                <a:latin typeface="DejaVu Sans"/>
                <a:ea typeface="DejaVu Sans"/>
                <a:cs typeface="DejaVu Sans"/>
              </a:defRPr>
            </a:lvl9pPr>
          </a:lstStyle>
          <a:p xmlns:a="http://schemas.openxmlformats.org/drawingml/2006/main">
            <a:pPr algn="l">
              <a:defRPr sz="1425" b="0">
                <a:solidFill>
                  <a:srgbClr val="546570"/>
                </a:solidFill>
                <a:latin typeface="DejaVu Sans"/>
                <a:ea typeface="DejaVu Sans"/>
                <a:cs typeface="DejaVu Sans"/>
              </a:defRPr>
            </a:pPr>
            <a:r>
              <a:rPr sz="1425" b="0">
                <a:solidFill>
                  <a:srgbClr val="546570"/>
                </a:solidFill>
                <a:latin typeface="DejaVu Sans"/>
                <a:ea typeface="DejaVu Sans"/>
                <a:cs typeface="DejaVu Sans"/>
              </a:rPr>
              <a:t>A jury acquitted Kramer in the separate state criminal case in June 2025. A turnout effect is not established here.</a:t>
            </a:r>
          </a:p>
        </p:txBody>
      </p:sp>
    </p:spTree>
    <p:extLst>
      <p:ext uri="{BB962C8B-B14F-4D97-AF65-F5344CB8AC3E}">
        <p14:creationId xmlns:p14="http://schemas.microsoft.com/office/powerpoint/2010/main" val="481257802"/>
      </p:ext>
    </p:extLst>
  </p:cSld>
</p:sld>
</file>

<file path=ppt/slides/slide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E71D129-5A50-4D68-84E2-25E7E17F13B9}"/>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3786E"/>
                </a:solidFill>
                <a:latin typeface="DejaVu Sans"/>
                <a:ea typeface="DejaVu Sans"/>
                <a:cs typeface="DejaVu Sans"/>
              </a:defRPr>
            </a:defPPr>
            <a:lvl1pPr algn="l">
              <a:defRPr sz="1200" b="1">
                <a:solidFill>
                  <a:srgbClr val="13786E"/>
                </a:solidFill>
                <a:latin typeface="DejaVu Sans"/>
                <a:ea typeface="DejaVu Sans"/>
                <a:cs typeface="DejaVu Sans"/>
              </a:defRPr>
            </a:lvl1pPr>
            <a:lvl2pPr algn="l">
              <a:defRPr sz="1200" b="1">
                <a:solidFill>
                  <a:srgbClr val="13786E"/>
                </a:solidFill>
                <a:latin typeface="DejaVu Sans"/>
                <a:ea typeface="DejaVu Sans"/>
                <a:cs typeface="DejaVu Sans"/>
              </a:defRPr>
            </a:lvl2pPr>
            <a:lvl3pPr algn="l">
              <a:defRPr sz="1200" b="1">
                <a:solidFill>
                  <a:srgbClr val="13786E"/>
                </a:solidFill>
                <a:latin typeface="DejaVu Sans"/>
                <a:ea typeface="DejaVu Sans"/>
                <a:cs typeface="DejaVu Sans"/>
              </a:defRPr>
            </a:lvl3pPr>
            <a:lvl4pPr algn="l">
              <a:defRPr sz="1200" b="1">
                <a:solidFill>
                  <a:srgbClr val="13786E"/>
                </a:solidFill>
                <a:latin typeface="DejaVu Sans"/>
                <a:ea typeface="DejaVu Sans"/>
                <a:cs typeface="DejaVu Sans"/>
              </a:defRPr>
            </a:lvl4pPr>
            <a:lvl5pPr algn="l">
              <a:defRPr sz="1200" b="1">
                <a:solidFill>
                  <a:srgbClr val="13786E"/>
                </a:solidFill>
                <a:latin typeface="DejaVu Sans"/>
                <a:ea typeface="DejaVu Sans"/>
                <a:cs typeface="DejaVu Sans"/>
              </a:defRPr>
            </a:lvl5pPr>
            <a:lvl6pPr algn="l">
              <a:defRPr sz="1200" b="1">
                <a:solidFill>
                  <a:srgbClr val="13786E"/>
                </a:solidFill>
                <a:latin typeface="DejaVu Sans"/>
                <a:ea typeface="DejaVu Sans"/>
                <a:cs typeface="DejaVu Sans"/>
              </a:defRPr>
            </a:lvl6pPr>
            <a:lvl7pPr algn="l">
              <a:defRPr sz="1200" b="1">
                <a:solidFill>
                  <a:srgbClr val="13786E"/>
                </a:solidFill>
                <a:latin typeface="DejaVu Sans"/>
                <a:ea typeface="DejaVu Sans"/>
                <a:cs typeface="DejaVu Sans"/>
              </a:defRPr>
            </a:lvl7pPr>
            <a:lvl8pPr algn="l">
              <a:defRPr sz="1200" b="1">
                <a:solidFill>
                  <a:srgbClr val="13786E"/>
                </a:solidFill>
                <a:latin typeface="DejaVu Sans"/>
                <a:ea typeface="DejaVu Sans"/>
                <a:cs typeface="DejaVu Sans"/>
              </a:defRPr>
            </a:lvl8pPr>
            <a:lvl9pPr algn="l">
              <a:defRPr sz="1200" b="1">
                <a:solidFill>
                  <a:srgbClr val="13786E"/>
                </a:solidFill>
                <a:latin typeface="DejaVu Sans"/>
                <a:ea typeface="DejaVu Sans"/>
                <a:cs typeface="DejaVu Sans"/>
              </a:defRPr>
            </a:lvl9pPr>
          </a:lstStyle>
          <a:p xmlns:a="http://schemas.openxmlformats.org/drawingml/2006/main">
            <a:pPr algn="l">
              <a:defRPr sz="1200" b="1">
                <a:solidFill>
                  <a:srgbClr val="13786E"/>
                </a:solidFill>
                <a:latin typeface="DejaVu Sans"/>
                <a:ea typeface="DejaVu Sans"/>
                <a:cs typeface="DejaVu Sans"/>
              </a:defRPr>
            </a:pPr>
            <a:r>
              <a:rPr sz="1200" b="1">
                <a:solidFill>
                  <a:srgbClr val="13786E"/>
                </a:solidFill>
                <a:latin typeface="DejaVu Sans"/>
                <a:ea typeface="DejaVu Sans"/>
                <a:cs typeface="DejaVu Sans"/>
              </a:rPr>
              <a:t>CASE 2 / SLOVAKIA / SEPTEMBER 2023</a:t>
            </a:r>
          </a:p>
        </p:txBody>
      </p:sp>
      <p:sp>
        <p:nvSpPr>
          <p:cNvPr id="2" name="slide-title">
            <a:extLst xmlns:a="http://schemas.openxmlformats.org/drawingml/2006/main">
              <a:ext uri="{FF2B5EF4-FFF2-40B4-BE49-F238E27FC236}">
                <a16:creationId xmlns:a16="http://schemas.microsoft.com/office/drawing/2014/main" id="{1B2A847A-F6FD-4FAD-94A5-0AF1AFE8095B}"/>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A3C"/>
                </a:solidFill>
                <a:latin typeface="DejaVu Sans"/>
                <a:ea typeface="DejaVu Sans"/>
                <a:cs typeface="DejaVu Sans"/>
              </a:defRPr>
            </a:defPPr>
            <a:lvl1pPr algn="l">
              <a:defRPr sz="3225" b="1">
                <a:solidFill>
                  <a:srgbClr val="142A3C"/>
                </a:solidFill>
                <a:latin typeface="DejaVu Sans"/>
                <a:ea typeface="DejaVu Sans"/>
                <a:cs typeface="DejaVu Sans"/>
              </a:defRPr>
            </a:lvl1pPr>
            <a:lvl2pPr algn="l">
              <a:defRPr sz="3225" b="1">
                <a:solidFill>
                  <a:srgbClr val="142A3C"/>
                </a:solidFill>
                <a:latin typeface="DejaVu Sans"/>
                <a:ea typeface="DejaVu Sans"/>
                <a:cs typeface="DejaVu Sans"/>
              </a:defRPr>
            </a:lvl2pPr>
            <a:lvl3pPr algn="l">
              <a:defRPr sz="3225" b="1">
                <a:solidFill>
                  <a:srgbClr val="142A3C"/>
                </a:solidFill>
                <a:latin typeface="DejaVu Sans"/>
                <a:ea typeface="DejaVu Sans"/>
                <a:cs typeface="DejaVu Sans"/>
              </a:defRPr>
            </a:lvl3pPr>
            <a:lvl4pPr algn="l">
              <a:defRPr sz="3225" b="1">
                <a:solidFill>
                  <a:srgbClr val="142A3C"/>
                </a:solidFill>
                <a:latin typeface="DejaVu Sans"/>
                <a:ea typeface="DejaVu Sans"/>
                <a:cs typeface="DejaVu Sans"/>
              </a:defRPr>
            </a:lvl4pPr>
            <a:lvl5pPr algn="l">
              <a:defRPr sz="3225" b="1">
                <a:solidFill>
                  <a:srgbClr val="142A3C"/>
                </a:solidFill>
                <a:latin typeface="DejaVu Sans"/>
                <a:ea typeface="DejaVu Sans"/>
                <a:cs typeface="DejaVu Sans"/>
              </a:defRPr>
            </a:lvl5pPr>
            <a:lvl6pPr algn="l">
              <a:defRPr sz="3225" b="1">
                <a:solidFill>
                  <a:srgbClr val="142A3C"/>
                </a:solidFill>
                <a:latin typeface="DejaVu Sans"/>
                <a:ea typeface="DejaVu Sans"/>
                <a:cs typeface="DejaVu Sans"/>
              </a:defRPr>
            </a:lvl6pPr>
            <a:lvl7pPr algn="l">
              <a:defRPr sz="3225" b="1">
                <a:solidFill>
                  <a:srgbClr val="142A3C"/>
                </a:solidFill>
                <a:latin typeface="DejaVu Sans"/>
                <a:ea typeface="DejaVu Sans"/>
                <a:cs typeface="DejaVu Sans"/>
              </a:defRPr>
            </a:lvl7pPr>
            <a:lvl8pPr algn="l">
              <a:defRPr sz="3225" b="1">
                <a:solidFill>
                  <a:srgbClr val="142A3C"/>
                </a:solidFill>
                <a:latin typeface="DejaVu Sans"/>
                <a:ea typeface="DejaVu Sans"/>
                <a:cs typeface="DejaVu Sans"/>
              </a:defRPr>
            </a:lvl8pPr>
            <a:lvl9pPr algn="l">
              <a:defRPr sz="3225" b="1">
                <a:solidFill>
                  <a:srgbClr val="142A3C"/>
                </a:solidFill>
                <a:latin typeface="DejaVu Sans"/>
                <a:ea typeface="DejaVu Sans"/>
                <a:cs typeface="DejaVu Sans"/>
              </a:defRPr>
            </a:lvl9pPr>
          </a:lstStyle>
          <a:p xmlns:a="http://schemas.openxmlformats.org/drawingml/2006/main">
            <a:pPr algn="l">
              <a:defRPr sz="3225" b="1">
                <a:solidFill>
                  <a:srgbClr val="142A3C"/>
                </a:solidFill>
                <a:latin typeface="DejaVu Sans"/>
                <a:ea typeface="DejaVu Sans"/>
                <a:cs typeface="DejaVu Sans"/>
              </a:defRPr>
            </a:pPr>
            <a:r>
              <a:rPr sz="3225" b="1">
                <a:solidFill>
                  <a:srgbClr val="142A3C"/>
                </a:solidFill>
                <a:latin typeface="DejaVu Sans"/>
                <a:ea typeface="DejaVu Sans"/>
                <a:cs typeface="DejaVu Sans"/>
              </a:rPr>
              <a:t>Fabricated audio alleged election rigging</a:t>
            </a:r>
          </a:p>
        </p:txBody>
      </p:sp>
      <p:sp>
        <p:nvSpPr>
          <p:cNvPr id="3" name="text-2">
            <a:extLst xmlns:a="http://schemas.openxmlformats.org/drawingml/2006/main">
              <a:ext uri="{FF2B5EF4-FFF2-40B4-BE49-F238E27FC236}">
                <a16:creationId xmlns:a16="http://schemas.microsoft.com/office/drawing/2014/main" id="{F8CDC4A9-E5DB-4016-A2F4-4BF09A39C92C}"/>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46570"/>
                </a:solidFill>
                <a:latin typeface="DejaVu Sans"/>
                <a:ea typeface="DejaVu Sans"/>
                <a:cs typeface="DejaVu Sans"/>
              </a:defRPr>
            </a:defPPr>
            <a:lvl1pPr algn="r">
              <a:defRPr sz="1200" b="0">
                <a:solidFill>
                  <a:srgbClr val="546570"/>
                </a:solidFill>
                <a:latin typeface="DejaVu Sans"/>
                <a:ea typeface="DejaVu Sans"/>
                <a:cs typeface="DejaVu Sans"/>
              </a:defRPr>
            </a:lvl1pPr>
            <a:lvl2pPr algn="r">
              <a:defRPr sz="1200" b="0">
                <a:solidFill>
                  <a:srgbClr val="546570"/>
                </a:solidFill>
                <a:latin typeface="DejaVu Sans"/>
                <a:ea typeface="DejaVu Sans"/>
                <a:cs typeface="DejaVu Sans"/>
              </a:defRPr>
            </a:lvl2pPr>
            <a:lvl3pPr algn="r">
              <a:defRPr sz="1200" b="0">
                <a:solidFill>
                  <a:srgbClr val="546570"/>
                </a:solidFill>
                <a:latin typeface="DejaVu Sans"/>
                <a:ea typeface="DejaVu Sans"/>
                <a:cs typeface="DejaVu Sans"/>
              </a:defRPr>
            </a:lvl3pPr>
            <a:lvl4pPr algn="r">
              <a:defRPr sz="1200" b="0">
                <a:solidFill>
                  <a:srgbClr val="546570"/>
                </a:solidFill>
                <a:latin typeface="DejaVu Sans"/>
                <a:ea typeface="DejaVu Sans"/>
                <a:cs typeface="DejaVu Sans"/>
              </a:defRPr>
            </a:lvl4pPr>
            <a:lvl5pPr algn="r">
              <a:defRPr sz="1200" b="0">
                <a:solidFill>
                  <a:srgbClr val="546570"/>
                </a:solidFill>
                <a:latin typeface="DejaVu Sans"/>
                <a:ea typeface="DejaVu Sans"/>
                <a:cs typeface="DejaVu Sans"/>
              </a:defRPr>
            </a:lvl5pPr>
            <a:lvl6pPr algn="r">
              <a:defRPr sz="1200" b="0">
                <a:solidFill>
                  <a:srgbClr val="546570"/>
                </a:solidFill>
                <a:latin typeface="DejaVu Sans"/>
                <a:ea typeface="DejaVu Sans"/>
                <a:cs typeface="DejaVu Sans"/>
              </a:defRPr>
            </a:lvl6pPr>
            <a:lvl7pPr algn="r">
              <a:defRPr sz="1200" b="0">
                <a:solidFill>
                  <a:srgbClr val="546570"/>
                </a:solidFill>
                <a:latin typeface="DejaVu Sans"/>
                <a:ea typeface="DejaVu Sans"/>
                <a:cs typeface="DejaVu Sans"/>
              </a:defRPr>
            </a:lvl7pPr>
            <a:lvl8pPr algn="r">
              <a:defRPr sz="1200" b="0">
                <a:solidFill>
                  <a:srgbClr val="546570"/>
                </a:solidFill>
                <a:latin typeface="DejaVu Sans"/>
                <a:ea typeface="DejaVu Sans"/>
                <a:cs typeface="DejaVu Sans"/>
              </a:defRPr>
            </a:lvl8pPr>
            <a:lvl9pPr algn="r">
              <a:defRPr sz="1200" b="0">
                <a:solidFill>
                  <a:srgbClr val="546570"/>
                </a:solidFill>
                <a:latin typeface="DejaVu Sans"/>
                <a:ea typeface="DejaVu Sans"/>
                <a:cs typeface="DejaVu Sans"/>
              </a:defRPr>
            </a:lvl9pPr>
          </a:lstStyle>
          <a:p xmlns:a="http://schemas.openxmlformats.org/drawingml/2006/main">
            <a:pPr algn="r">
              <a:defRPr sz="1200" b="0">
                <a:solidFill>
                  <a:srgbClr val="546570"/>
                </a:solidFill>
                <a:latin typeface="DejaVu Sans"/>
                <a:ea typeface="DejaVu Sans"/>
                <a:cs typeface="DejaVu Sans"/>
              </a:defRPr>
            </a:pPr>
            <a:r>
              <a:rPr sz="1200" b="0">
                <a:solidFill>
                  <a:srgbClr val="546570"/>
                </a:solidFill>
                <a:latin typeface="DejaVu Sans"/>
                <a:ea typeface="DejaVu Sans"/>
                <a:cs typeface="DejaVu Sans"/>
              </a:rPr>
              <a:t>05</a:t>
            </a:r>
          </a:p>
        </p:txBody>
      </p:sp>
      <p:sp>
        <p:nvSpPr>
          <p:cNvPr id="4" name="text-3">
            <a:extLst xmlns:a="http://schemas.openxmlformats.org/drawingml/2006/main">
              <a:ext uri="{FF2B5EF4-FFF2-40B4-BE49-F238E27FC236}">
                <a16:creationId xmlns:a16="http://schemas.microsoft.com/office/drawing/2014/main" id="{CE707873-935C-4D26-9667-312344DAEF2B}"/>
              </a:ext>
            </a:extLst>
          </p:cNvPr>
          <p:cNvSpPr>
            <a:spLocks xmlns:a="http://schemas.openxmlformats.org/drawingml/2006/main" noGrp="1"/>
          </p:cNvSpPr>
          <p:nvPr/>
        </p:nvSpPr>
        <p:spPr>
          <a:xfrm xmlns:a="http://schemas.openxmlformats.org/drawingml/2006/main">
            <a:off x="609600" y="64008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46570"/>
                </a:solidFill>
                <a:latin typeface="DejaVu Sans"/>
                <a:ea typeface="DejaVu Sans"/>
                <a:cs typeface="DejaVu Sans"/>
              </a:defRPr>
            </a:defPPr>
            <a:lvl1pPr algn="l">
              <a:defRPr sz="1050" b="0">
                <a:solidFill>
                  <a:srgbClr val="546570"/>
                </a:solidFill>
                <a:latin typeface="DejaVu Sans"/>
                <a:ea typeface="DejaVu Sans"/>
                <a:cs typeface="DejaVu Sans"/>
              </a:defRPr>
            </a:lvl1pPr>
            <a:lvl2pPr algn="l">
              <a:defRPr sz="1050" b="0">
                <a:solidFill>
                  <a:srgbClr val="546570"/>
                </a:solidFill>
                <a:latin typeface="DejaVu Sans"/>
                <a:ea typeface="DejaVu Sans"/>
                <a:cs typeface="DejaVu Sans"/>
              </a:defRPr>
            </a:lvl2pPr>
            <a:lvl3pPr algn="l">
              <a:defRPr sz="1050" b="0">
                <a:solidFill>
                  <a:srgbClr val="546570"/>
                </a:solidFill>
                <a:latin typeface="DejaVu Sans"/>
                <a:ea typeface="DejaVu Sans"/>
                <a:cs typeface="DejaVu Sans"/>
              </a:defRPr>
            </a:lvl3pPr>
            <a:lvl4pPr algn="l">
              <a:defRPr sz="1050" b="0">
                <a:solidFill>
                  <a:srgbClr val="546570"/>
                </a:solidFill>
                <a:latin typeface="DejaVu Sans"/>
                <a:ea typeface="DejaVu Sans"/>
                <a:cs typeface="DejaVu Sans"/>
              </a:defRPr>
            </a:lvl4pPr>
            <a:lvl5pPr algn="l">
              <a:defRPr sz="1050" b="0">
                <a:solidFill>
                  <a:srgbClr val="546570"/>
                </a:solidFill>
                <a:latin typeface="DejaVu Sans"/>
                <a:ea typeface="DejaVu Sans"/>
                <a:cs typeface="DejaVu Sans"/>
              </a:defRPr>
            </a:lvl5pPr>
            <a:lvl6pPr algn="l">
              <a:defRPr sz="1050" b="0">
                <a:solidFill>
                  <a:srgbClr val="546570"/>
                </a:solidFill>
                <a:latin typeface="DejaVu Sans"/>
                <a:ea typeface="DejaVu Sans"/>
                <a:cs typeface="DejaVu Sans"/>
              </a:defRPr>
            </a:lvl6pPr>
            <a:lvl7pPr algn="l">
              <a:defRPr sz="1050" b="0">
                <a:solidFill>
                  <a:srgbClr val="546570"/>
                </a:solidFill>
                <a:latin typeface="DejaVu Sans"/>
                <a:ea typeface="DejaVu Sans"/>
                <a:cs typeface="DejaVu Sans"/>
              </a:defRPr>
            </a:lvl7pPr>
            <a:lvl8pPr algn="l">
              <a:defRPr sz="1050" b="0">
                <a:solidFill>
                  <a:srgbClr val="546570"/>
                </a:solidFill>
                <a:latin typeface="DejaVu Sans"/>
                <a:ea typeface="DejaVu Sans"/>
                <a:cs typeface="DejaVu Sans"/>
              </a:defRPr>
            </a:lvl8pPr>
            <a:lvl9pPr algn="l">
              <a:defRPr sz="1050" b="0">
                <a:solidFill>
                  <a:srgbClr val="546570"/>
                </a:solidFill>
                <a:latin typeface="DejaVu Sans"/>
                <a:ea typeface="DejaVu Sans"/>
                <a:cs typeface="DejaVu Sans"/>
              </a:defRPr>
            </a:lvl9pPr>
          </a:lstStyle>
          <a:p xmlns:a="http://schemas.openxmlformats.org/drawingml/2006/main">
            <a:pPr algn="l">
              <a:defRPr sz="1050" b="0">
                <a:solidFill>
                  <a:srgbClr val="546570"/>
                </a:solidFill>
                <a:latin typeface="DejaVu Sans"/>
                <a:ea typeface="DejaVu Sans"/>
                <a:cs typeface="DejaVu Sans"/>
              </a:defRPr>
            </a:pPr>
            <a:r>
              <a:rPr sz="1050" b="0">
                <a:solidFill>
                  <a:srgbClr val="546570"/>
                </a:solidFill>
                <a:latin typeface="DejaVu Sans"/>
                <a:ea typeface="DejaVu Sans"/>
                <a:cs typeface="DejaVu Sans"/>
              </a:rPr>
              <a:t>[5] AFP Fact Check, 28 September 2023. The image shows the false post documented and marked by AFP.</a:t>
            </a:r>
          </a:p>
        </p:txBody>
      </p:sp>
      <p:pic>
        <p:nvPicPr>
          <p:cNvPr id="5" name="">
            <a:extLst xmlns:a="http://schemas.openxmlformats.org/drawingml/2006/main">
              <a:ext uri="{FF2B5EF4-FFF2-40B4-BE49-F238E27FC236}">
                <a16:creationId xmlns:a16="http://schemas.microsoft.com/office/drawing/2014/main" id="{8F46D4A0-172E-406B-A1F1-F7DF11F8ACED}"/>
              </a:ext>
            </a:extLst>
          </p:cNvPr>
          <p:cNvPicPr>
            <a:picLocks xmlns:a="http://schemas.openxmlformats.org/drawingml/2006/main" noChangeAspect="1"/>
          </p:cNvPicPr>
          <p:nvPr/>
        </p:nvPicPr>
        <p:blipFill>
          <a:blip xmlns:r="http://schemas.openxmlformats.org/officeDocument/2006/relationships" xmlns:a="http://schemas.openxmlformats.org/drawingml/2006/main" r:embed="R6a2f7b8adcb443b4"/>
          <a:stretch xmlns:a="http://schemas.openxmlformats.org/drawingml/2006/main"/>
        </p:blipFill>
        <p:spPr>
          <a:xfrm xmlns:a="http://schemas.openxmlformats.org/drawingml/2006/main">
            <a:off x="8248423" y="1628775"/>
            <a:ext cx="3134178" cy="4562475"/>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2C81B6D3-4223-4F63-BC6F-4712528AB563}"/>
              </a:ext>
            </a:extLst>
          </p:cNvPr>
          <p:cNvSpPr>
            <a:spLocks xmlns:a="http://schemas.openxmlformats.org/drawingml/2006/main" noGrp="1"/>
          </p:cNvSpPr>
          <p:nvPr/>
        </p:nvSpPr>
        <p:spPr>
          <a:xfrm xmlns:a="http://schemas.openxmlformats.org/drawingml/2006/main">
            <a:off x="609600" y="1762125"/>
            <a:ext cx="6905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WHAT HAPPENED</a:t>
            </a:r>
          </a:p>
        </p:txBody>
      </p:sp>
      <p:sp>
        <p:nvSpPr>
          <p:cNvPr id="7" name="text-5">
            <a:extLst xmlns:a="http://schemas.openxmlformats.org/drawingml/2006/main">
              <a:ext uri="{FF2B5EF4-FFF2-40B4-BE49-F238E27FC236}">
                <a16:creationId xmlns:a16="http://schemas.microsoft.com/office/drawing/2014/main" id="{5D5DACD9-DD4B-48C3-9D85-294721F158C4}"/>
              </a:ext>
            </a:extLst>
          </p:cNvPr>
          <p:cNvSpPr>
            <a:spLocks xmlns:a="http://schemas.openxmlformats.org/drawingml/2006/main" noGrp="1"/>
          </p:cNvSpPr>
          <p:nvPr/>
        </p:nvSpPr>
        <p:spPr>
          <a:xfrm xmlns:a="http://schemas.openxmlformats.org/drawingml/2006/main">
            <a:off x="609600" y="2085975"/>
            <a:ext cx="69056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A3C"/>
                </a:solidFill>
                <a:latin typeface="DejaVu Sans"/>
                <a:ea typeface="DejaVu Sans"/>
                <a:cs typeface="DejaVu Sans"/>
              </a:defRPr>
            </a:defPPr>
            <a:lvl1pPr algn="l">
              <a:defRPr sz="1875" b="0">
                <a:solidFill>
                  <a:srgbClr val="142A3C"/>
                </a:solidFill>
                <a:latin typeface="DejaVu Sans"/>
                <a:ea typeface="DejaVu Sans"/>
                <a:cs typeface="DejaVu Sans"/>
              </a:defRPr>
            </a:lvl1pPr>
            <a:lvl2pPr algn="l">
              <a:defRPr sz="1875" b="0">
                <a:solidFill>
                  <a:srgbClr val="142A3C"/>
                </a:solidFill>
                <a:latin typeface="DejaVu Sans"/>
                <a:ea typeface="DejaVu Sans"/>
                <a:cs typeface="DejaVu Sans"/>
              </a:defRPr>
            </a:lvl2pPr>
            <a:lvl3pPr algn="l">
              <a:defRPr sz="1875" b="0">
                <a:solidFill>
                  <a:srgbClr val="142A3C"/>
                </a:solidFill>
                <a:latin typeface="DejaVu Sans"/>
                <a:ea typeface="DejaVu Sans"/>
                <a:cs typeface="DejaVu Sans"/>
              </a:defRPr>
            </a:lvl3pPr>
            <a:lvl4pPr algn="l">
              <a:defRPr sz="1875" b="0">
                <a:solidFill>
                  <a:srgbClr val="142A3C"/>
                </a:solidFill>
                <a:latin typeface="DejaVu Sans"/>
                <a:ea typeface="DejaVu Sans"/>
                <a:cs typeface="DejaVu Sans"/>
              </a:defRPr>
            </a:lvl4pPr>
            <a:lvl5pPr algn="l">
              <a:defRPr sz="1875" b="0">
                <a:solidFill>
                  <a:srgbClr val="142A3C"/>
                </a:solidFill>
                <a:latin typeface="DejaVu Sans"/>
                <a:ea typeface="DejaVu Sans"/>
                <a:cs typeface="DejaVu Sans"/>
              </a:defRPr>
            </a:lvl5pPr>
            <a:lvl6pPr algn="l">
              <a:defRPr sz="1875" b="0">
                <a:solidFill>
                  <a:srgbClr val="142A3C"/>
                </a:solidFill>
                <a:latin typeface="DejaVu Sans"/>
                <a:ea typeface="DejaVu Sans"/>
                <a:cs typeface="DejaVu Sans"/>
              </a:defRPr>
            </a:lvl6pPr>
            <a:lvl7pPr algn="l">
              <a:defRPr sz="1875" b="0">
                <a:solidFill>
                  <a:srgbClr val="142A3C"/>
                </a:solidFill>
                <a:latin typeface="DejaVu Sans"/>
                <a:ea typeface="DejaVu Sans"/>
                <a:cs typeface="DejaVu Sans"/>
              </a:defRPr>
            </a:lvl7pPr>
            <a:lvl8pPr algn="l">
              <a:defRPr sz="1875" b="0">
                <a:solidFill>
                  <a:srgbClr val="142A3C"/>
                </a:solidFill>
                <a:latin typeface="DejaVu Sans"/>
                <a:ea typeface="DejaVu Sans"/>
                <a:cs typeface="DejaVu Sans"/>
              </a:defRPr>
            </a:lvl8pPr>
            <a:lvl9pPr algn="l">
              <a:defRPr sz="1875" b="0">
                <a:solidFill>
                  <a:srgbClr val="142A3C"/>
                </a:solidFill>
                <a:latin typeface="DejaVu Sans"/>
                <a:ea typeface="DejaVu Sans"/>
                <a:cs typeface="DejaVu Sans"/>
              </a:defRPr>
            </a:lvl9pPr>
          </a:lstStyle>
          <a:p xmlns:a="http://schemas.openxmlformats.org/drawingml/2006/main">
            <a:pPr algn="l">
              <a:defRPr sz="1875" b="0">
                <a:solidFill>
                  <a:srgbClr val="142A3C"/>
                </a:solidFill>
                <a:latin typeface="DejaVu Sans"/>
                <a:ea typeface="DejaVu Sans"/>
                <a:cs typeface="DejaVu Sans"/>
              </a:defRPr>
            </a:pPr>
            <a:r>
              <a:rPr sz="1875" b="0">
                <a:solidFill>
                  <a:srgbClr val="142A3C"/>
                </a:solidFill>
                <a:latin typeface="DejaVu Sans"/>
                <a:ea typeface="DejaVu Sans"/>
                <a:cs typeface="DejaVu Sans"/>
              </a:rPr>
              <a:t>Two days before the election, audio circulated imitating politician Michal Šimečka and journalist Monika Tódová.</a:t>
            </a:r>
          </a:p>
        </p:txBody>
      </p:sp>
      <p:sp>
        <p:nvSpPr>
          <p:cNvPr id="8" name="text-6">
            <a:extLst xmlns:a="http://schemas.openxmlformats.org/drawingml/2006/main">
              <a:ext uri="{FF2B5EF4-FFF2-40B4-BE49-F238E27FC236}">
                <a16:creationId xmlns:a16="http://schemas.microsoft.com/office/drawing/2014/main" id="{C5BA5802-324F-4977-AB8B-A4BA6439F9E9}"/>
              </a:ext>
            </a:extLst>
          </p:cNvPr>
          <p:cNvSpPr>
            <a:spLocks xmlns:a="http://schemas.openxmlformats.org/drawingml/2006/main" noGrp="1"/>
          </p:cNvSpPr>
          <p:nvPr/>
        </p:nvSpPr>
        <p:spPr>
          <a:xfrm xmlns:a="http://schemas.openxmlformats.org/drawingml/2006/main">
            <a:off x="609600" y="3238500"/>
            <a:ext cx="6905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ETHICAL ISSUE</a:t>
            </a:r>
          </a:p>
        </p:txBody>
      </p:sp>
      <p:sp>
        <p:nvSpPr>
          <p:cNvPr id="9" name="text-7">
            <a:extLst xmlns:a="http://schemas.openxmlformats.org/drawingml/2006/main">
              <a:ext uri="{FF2B5EF4-FFF2-40B4-BE49-F238E27FC236}">
                <a16:creationId xmlns:a16="http://schemas.microsoft.com/office/drawing/2014/main" id="{68A60F43-038D-4711-BE5D-B5EE7774D904}"/>
              </a:ext>
            </a:extLst>
          </p:cNvPr>
          <p:cNvSpPr>
            <a:spLocks xmlns:a="http://schemas.openxmlformats.org/drawingml/2006/main" noGrp="1"/>
          </p:cNvSpPr>
          <p:nvPr/>
        </p:nvSpPr>
        <p:spPr>
          <a:xfrm xmlns:a="http://schemas.openxmlformats.org/drawingml/2006/main">
            <a:off x="609600" y="3562350"/>
            <a:ext cx="690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A3C"/>
                </a:solidFill>
                <a:latin typeface="DejaVu Sans"/>
                <a:ea typeface="DejaVu Sans"/>
                <a:cs typeface="DejaVu Sans"/>
              </a:defRPr>
            </a:defPPr>
            <a:lvl1pPr algn="l">
              <a:defRPr sz="1875" b="0">
                <a:solidFill>
                  <a:srgbClr val="142A3C"/>
                </a:solidFill>
                <a:latin typeface="DejaVu Sans"/>
                <a:ea typeface="DejaVu Sans"/>
                <a:cs typeface="DejaVu Sans"/>
              </a:defRPr>
            </a:lvl1pPr>
            <a:lvl2pPr algn="l">
              <a:defRPr sz="1875" b="0">
                <a:solidFill>
                  <a:srgbClr val="142A3C"/>
                </a:solidFill>
                <a:latin typeface="DejaVu Sans"/>
                <a:ea typeface="DejaVu Sans"/>
                <a:cs typeface="DejaVu Sans"/>
              </a:defRPr>
            </a:lvl2pPr>
            <a:lvl3pPr algn="l">
              <a:defRPr sz="1875" b="0">
                <a:solidFill>
                  <a:srgbClr val="142A3C"/>
                </a:solidFill>
                <a:latin typeface="DejaVu Sans"/>
                <a:ea typeface="DejaVu Sans"/>
                <a:cs typeface="DejaVu Sans"/>
              </a:defRPr>
            </a:lvl3pPr>
            <a:lvl4pPr algn="l">
              <a:defRPr sz="1875" b="0">
                <a:solidFill>
                  <a:srgbClr val="142A3C"/>
                </a:solidFill>
                <a:latin typeface="DejaVu Sans"/>
                <a:ea typeface="DejaVu Sans"/>
                <a:cs typeface="DejaVu Sans"/>
              </a:defRPr>
            </a:lvl4pPr>
            <a:lvl5pPr algn="l">
              <a:defRPr sz="1875" b="0">
                <a:solidFill>
                  <a:srgbClr val="142A3C"/>
                </a:solidFill>
                <a:latin typeface="DejaVu Sans"/>
                <a:ea typeface="DejaVu Sans"/>
                <a:cs typeface="DejaVu Sans"/>
              </a:defRPr>
            </a:lvl5pPr>
            <a:lvl6pPr algn="l">
              <a:defRPr sz="1875" b="0">
                <a:solidFill>
                  <a:srgbClr val="142A3C"/>
                </a:solidFill>
                <a:latin typeface="DejaVu Sans"/>
                <a:ea typeface="DejaVu Sans"/>
                <a:cs typeface="DejaVu Sans"/>
              </a:defRPr>
            </a:lvl6pPr>
            <a:lvl7pPr algn="l">
              <a:defRPr sz="1875" b="0">
                <a:solidFill>
                  <a:srgbClr val="142A3C"/>
                </a:solidFill>
                <a:latin typeface="DejaVu Sans"/>
                <a:ea typeface="DejaVu Sans"/>
                <a:cs typeface="DejaVu Sans"/>
              </a:defRPr>
            </a:lvl7pPr>
            <a:lvl8pPr algn="l">
              <a:defRPr sz="1875" b="0">
                <a:solidFill>
                  <a:srgbClr val="142A3C"/>
                </a:solidFill>
                <a:latin typeface="DejaVu Sans"/>
                <a:ea typeface="DejaVu Sans"/>
                <a:cs typeface="DejaVu Sans"/>
              </a:defRPr>
            </a:lvl8pPr>
            <a:lvl9pPr algn="l">
              <a:defRPr sz="1875" b="0">
                <a:solidFill>
                  <a:srgbClr val="142A3C"/>
                </a:solidFill>
                <a:latin typeface="DejaVu Sans"/>
                <a:ea typeface="DejaVu Sans"/>
                <a:cs typeface="DejaVu Sans"/>
              </a:defRPr>
            </a:lvl9pPr>
          </a:lstStyle>
          <a:p xmlns:a="http://schemas.openxmlformats.org/drawingml/2006/main">
            <a:pPr algn="l">
              <a:defRPr sz="1875" b="0">
                <a:solidFill>
                  <a:srgbClr val="142A3C"/>
                </a:solidFill>
                <a:latin typeface="DejaVu Sans"/>
                <a:ea typeface="DejaVu Sans"/>
                <a:cs typeface="DejaVu Sans"/>
              </a:defRPr>
            </a:pPr>
            <a:r>
              <a:rPr sz="1875" b="0">
                <a:solidFill>
                  <a:srgbClr val="142A3C"/>
                </a:solidFill>
                <a:latin typeface="DejaVu Sans"/>
                <a:ea typeface="DejaVu Sans"/>
                <a:cs typeface="DejaVu Sans"/>
              </a:rPr>
              <a:t>The fabricated conversation portrayed them as participants in planned election fraud.</a:t>
            </a:r>
          </a:p>
        </p:txBody>
      </p:sp>
      <p:sp>
        <p:nvSpPr>
          <p:cNvPr id="10" name="text-8">
            <a:extLst xmlns:a="http://schemas.openxmlformats.org/drawingml/2006/main">
              <a:ext uri="{FF2B5EF4-FFF2-40B4-BE49-F238E27FC236}">
                <a16:creationId xmlns:a16="http://schemas.microsoft.com/office/drawing/2014/main" id="{7DE691F2-A497-4035-8B09-65A516AEB442}"/>
              </a:ext>
            </a:extLst>
          </p:cNvPr>
          <p:cNvSpPr>
            <a:spLocks xmlns:a="http://schemas.openxmlformats.org/drawingml/2006/main" noGrp="1"/>
          </p:cNvSpPr>
          <p:nvPr/>
        </p:nvSpPr>
        <p:spPr>
          <a:xfrm xmlns:a="http://schemas.openxmlformats.org/drawingml/2006/main">
            <a:off x="609600" y="4524375"/>
            <a:ext cx="6905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CONSEQUENCES AND RESPONSIBILITY</a:t>
            </a:r>
          </a:p>
        </p:txBody>
      </p:sp>
      <p:sp>
        <p:nvSpPr>
          <p:cNvPr id="11" name="text-9">
            <a:extLst xmlns:a="http://schemas.openxmlformats.org/drawingml/2006/main">
              <a:ext uri="{FF2B5EF4-FFF2-40B4-BE49-F238E27FC236}">
                <a16:creationId xmlns:a16="http://schemas.microsoft.com/office/drawing/2014/main" id="{B86D6742-E77C-49BE-8B78-1514B76A62AA}"/>
              </a:ext>
            </a:extLst>
          </p:cNvPr>
          <p:cNvSpPr>
            <a:spLocks xmlns:a="http://schemas.openxmlformats.org/drawingml/2006/main" noGrp="1"/>
          </p:cNvSpPr>
          <p:nvPr/>
        </p:nvSpPr>
        <p:spPr>
          <a:xfrm xmlns:a="http://schemas.openxmlformats.org/drawingml/2006/main">
            <a:off x="609600" y="4848225"/>
            <a:ext cx="690562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A3C"/>
                </a:solidFill>
                <a:latin typeface="DejaVu Sans"/>
                <a:ea typeface="DejaVu Sans"/>
                <a:cs typeface="DejaVu Sans"/>
              </a:defRPr>
            </a:defPPr>
            <a:lvl1pPr algn="l">
              <a:defRPr sz="1875" b="0">
                <a:solidFill>
                  <a:srgbClr val="142A3C"/>
                </a:solidFill>
                <a:latin typeface="DejaVu Sans"/>
                <a:ea typeface="DejaVu Sans"/>
                <a:cs typeface="DejaVu Sans"/>
              </a:defRPr>
            </a:lvl1pPr>
            <a:lvl2pPr algn="l">
              <a:defRPr sz="1875" b="0">
                <a:solidFill>
                  <a:srgbClr val="142A3C"/>
                </a:solidFill>
                <a:latin typeface="DejaVu Sans"/>
                <a:ea typeface="DejaVu Sans"/>
                <a:cs typeface="DejaVu Sans"/>
              </a:defRPr>
            </a:lvl2pPr>
            <a:lvl3pPr algn="l">
              <a:defRPr sz="1875" b="0">
                <a:solidFill>
                  <a:srgbClr val="142A3C"/>
                </a:solidFill>
                <a:latin typeface="DejaVu Sans"/>
                <a:ea typeface="DejaVu Sans"/>
                <a:cs typeface="DejaVu Sans"/>
              </a:defRPr>
            </a:lvl3pPr>
            <a:lvl4pPr algn="l">
              <a:defRPr sz="1875" b="0">
                <a:solidFill>
                  <a:srgbClr val="142A3C"/>
                </a:solidFill>
                <a:latin typeface="DejaVu Sans"/>
                <a:ea typeface="DejaVu Sans"/>
                <a:cs typeface="DejaVu Sans"/>
              </a:defRPr>
            </a:lvl4pPr>
            <a:lvl5pPr algn="l">
              <a:defRPr sz="1875" b="0">
                <a:solidFill>
                  <a:srgbClr val="142A3C"/>
                </a:solidFill>
                <a:latin typeface="DejaVu Sans"/>
                <a:ea typeface="DejaVu Sans"/>
                <a:cs typeface="DejaVu Sans"/>
              </a:defRPr>
            </a:lvl5pPr>
            <a:lvl6pPr algn="l">
              <a:defRPr sz="1875" b="0">
                <a:solidFill>
                  <a:srgbClr val="142A3C"/>
                </a:solidFill>
                <a:latin typeface="DejaVu Sans"/>
                <a:ea typeface="DejaVu Sans"/>
                <a:cs typeface="DejaVu Sans"/>
              </a:defRPr>
            </a:lvl6pPr>
            <a:lvl7pPr algn="l">
              <a:defRPr sz="1875" b="0">
                <a:solidFill>
                  <a:srgbClr val="142A3C"/>
                </a:solidFill>
                <a:latin typeface="DejaVu Sans"/>
                <a:ea typeface="DejaVu Sans"/>
                <a:cs typeface="DejaVu Sans"/>
              </a:defRPr>
            </a:lvl7pPr>
            <a:lvl8pPr algn="l">
              <a:defRPr sz="1875" b="0">
                <a:solidFill>
                  <a:srgbClr val="142A3C"/>
                </a:solidFill>
                <a:latin typeface="DejaVu Sans"/>
                <a:ea typeface="DejaVu Sans"/>
                <a:cs typeface="DejaVu Sans"/>
              </a:defRPr>
            </a:lvl8pPr>
            <a:lvl9pPr algn="l">
              <a:defRPr sz="1875" b="0">
                <a:solidFill>
                  <a:srgbClr val="142A3C"/>
                </a:solidFill>
                <a:latin typeface="DejaVu Sans"/>
                <a:ea typeface="DejaVu Sans"/>
                <a:cs typeface="DejaVu Sans"/>
              </a:defRPr>
            </a:lvl9pPr>
          </a:lstStyle>
          <a:p xmlns:a="http://schemas.openxmlformats.org/drawingml/2006/main">
            <a:pPr algn="l">
              <a:defRPr sz="1875" b="0">
                <a:solidFill>
                  <a:srgbClr val="142A3C"/>
                </a:solidFill>
                <a:latin typeface="DejaVu Sans"/>
                <a:ea typeface="DejaVu Sans"/>
                <a:cs typeface="DejaVu Sans"/>
              </a:defRPr>
            </a:pPr>
            <a:r>
              <a:rPr sz="1875" b="0">
                <a:solidFill>
                  <a:srgbClr val="142A3C"/>
                </a:solidFill>
                <a:latin typeface="DejaVu Sans"/>
                <a:ea typeface="DejaVu Sans"/>
                <a:cs typeface="DejaVu Sans"/>
              </a:rPr>
              <a:t>Repeated sharing exposed the candidate, journalist and voters to deception. The original producer remains unidentified in the source.</a:t>
            </a:r>
          </a:p>
        </p:txBody>
      </p:sp>
      <p:sp>
        <p:nvSpPr>
          <p:cNvPr id="12" name="text-10">
            <a:extLst xmlns:a="http://schemas.openxmlformats.org/drawingml/2006/main">
              <a:ext uri="{FF2B5EF4-FFF2-40B4-BE49-F238E27FC236}">
                <a16:creationId xmlns:a16="http://schemas.microsoft.com/office/drawing/2014/main" id="{24FAAECC-56E7-4FC5-BB1C-444CA5C11E0E}"/>
              </a:ext>
            </a:extLst>
          </p:cNvPr>
          <p:cNvSpPr>
            <a:spLocks xmlns:a="http://schemas.openxmlformats.org/drawingml/2006/main" noGrp="1"/>
          </p:cNvSpPr>
          <p:nvPr/>
        </p:nvSpPr>
        <p:spPr>
          <a:xfrm xmlns:a="http://schemas.openxmlformats.org/drawingml/2006/main">
            <a:off x="609600" y="5810250"/>
            <a:ext cx="6905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46570"/>
                </a:solidFill>
                <a:latin typeface="DejaVu Sans"/>
                <a:ea typeface="DejaVu Sans"/>
                <a:cs typeface="DejaVu Sans"/>
              </a:defRPr>
            </a:defPPr>
            <a:lvl1pPr algn="l">
              <a:defRPr sz="1425" b="0">
                <a:solidFill>
                  <a:srgbClr val="546570"/>
                </a:solidFill>
                <a:latin typeface="DejaVu Sans"/>
                <a:ea typeface="DejaVu Sans"/>
                <a:cs typeface="DejaVu Sans"/>
              </a:defRPr>
            </a:lvl1pPr>
            <a:lvl2pPr algn="l">
              <a:defRPr sz="1425" b="0">
                <a:solidFill>
                  <a:srgbClr val="546570"/>
                </a:solidFill>
                <a:latin typeface="DejaVu Sans"/>
                <a:ea typeface="DejaVu Sans"/>
                <a:cs typeface="DejaVu Sans"/>
              </a:defRPr>
            </a:lvl2pPr>
            <a:lvl3pPr algn="l">
              <a:defRPr sz="1425" b="0">
                <a:solidFill>
                  <a:srgbClr val="546570"/>
                </a:solidFill>
                <a:latin typeface="DejaVu Sans"/>
                <a:ea typeface="DejaVu Sans"/>
                <a:cs typeface="DejaVu Sans"/>
              </a:defRPr>
            </a:lvl3pPr>
            <a:lvl4pPr algn="l">
              <a:defRPr sz="1425" b="0">
                <a:solidFill>
                  <a:srgbClr val="546570"/>
                </a:solidFill>
                <a:latin typeface="DejaVu Sans"/>
                <a:ea typeface="DejaVu Sans"/>
                <a:cs typeface="DejaVu Sans"/>
              </a:defRPr>
            </a:lvl4pPr>
            <a:lvl5pPr algn="l">
              <a:defRPr sz="1425" b="0">
                <a:solidFill>
                  <a:srgbClr val="546570"/>
                </a:solidFill>
                <a:latin typeface="DejaVu Sans"/>
                <a:ea typeface="DejaVu Sans"/>
                <a:cs typeface="DejaVu Sans"/>
              </a:defRPr>
            </a:lvl5pPr>
            <a:lvl6pPr algn="l">
              <a:defRPr sz="1425" b="0">
                <a:solidFill>
                  <a:srgbClr val="546570"/>
                </a:solidFill>
                <a:latin typeface="DejaVu Sans"/>
                <a:ea typeface="DejaVu Sans"/>
                <a:cs typeface="DejaVu Sans"/>
              </a:defRPr>
            </a:lvl6pPr>
            <a:lvl7pPr algn="l">
              <a:defRPr sz="1425" b="0">
                <a:solidFill>
                  <a:srgbClr val="546570"/>
                </a:solidFill>
                <a:latin typeface="DejaVu Sans"/>
                <a:ea typeface="DejaVu Sans"/>
                <a:cs typeface="DejaVu Sans"/>
              </a:defRPr>
            </a:lvl7pPr>
            <a:lvl8pPr algn="l">
              <a:defRPr sz="1425" b="0">
                <a:solidFill>
                  <a:srgbClr val="546570"/>
                </a:solidFill>
                <a:latin typeface="DejaVu Sans"/>
                <a:ea typeface="DejaVu Sans"/>
                <a:cs typeface="DejaVu Sans"/>
              </a:defRPr>
            </a:lvl8pPr>
            <a:lvl9pPr algn="l">
              <a:defRPr sz="1425" b="0">
                <a:solidFill>
                  <a:srgbClr val="546570"/>
                </a:solidFill>
                <a:latin typeface="DejaVu Sans"/>
                <a:ea typeface="DejaVu Sans"/>
                <a:cs typeface="DejaVu Sans"/>
              </a:defRPr>
            </a:lvl9pPr>
          </a:lstStyle>
          <a:p xmlns:a="http://schemas.openxmlformats.org/drawingml/2006/main">
            <a:pPr algn="l">
              <a:defRPr sz="1425" b="0">
                <a:solidFill>
                  <a:srgbClr val="546570"/>
                </a:solidFill>
                <a:latin typeface="DejaVu Sans"/>
                <a:ea typeface="DejaVu Sans"/>
                <a:cs typeface="DejaVu Sans"/>
              </a:defRPr>
            </a:pPr>
            <a:r>
              <a:rPr sz="1425" b="0">
                <a:solidFill>
                  <a:srgbClr val="546570"/>
                </a:solidFill>
                <a:latin typeface="DejaVu Sans"/>
                <a:ea typeface="DejaVu Sans"/>
                <a:cs typeface="DejaVu Sans"/>
              </a:rPr>
              <a:t>AFP found signs of synthetic audio. An effect on the election result has not been established.</a:t>
            </a:r>
          </a:p>
        </p:txBody>
      </p:sp>
    </p:spTree>
    <p:extLst>
      <p:ext uri="{BB962C8B-B14F-4D97-AF65-F5344CB8AC3E}">
        <p14:creationId xmlns:p14="http://schemas.microsoft.com/office/powerpoint/2010/main" val="1827354049"/>
      </p:ext>
    </p:extLst>
  </p:cSld>
</p:sld>
</file>

<file path=ppt/slides/slide6.xml><?xml version="1.0" encoding="utf-8"?>
<p:sld xmlns:p="http://schemas.openxmlformats.org/presentationml/2006/main">
  <p:cSld>
    <p:bg>
      <p:bgPr>
        <a:solidFill xmlns:a="http://schemas.openxmlformats.org/drawingml/2006/main">
          <a:srgbClr val="142A3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3BD11B90-3B2F-46DC-954B-B1A851B7A06B}"/>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C7D3D9"/>
                </a:solidFill>
                <a:latin typeface="DejaVu Sans"/>
                <a:ea typeface="DejaVu Sans"/>
                <a:cs typeface="DejaVu Sans"/>
              </a:defRPr>
            </a:defPPr>
            <a:lvl1pPr algn="l">
              <a:defRPr sz="1200" b="1">
                <a:solidFill>
                  <a:srgbClr val="C7D3D9"/>
                </a:solidFill>
                <a:latin typeface="DejaVu Sans"/>
                <a:ea typeface="DejaVu Sans"/>
                <a:cs typeface="DejaVu Sans"/>
              </a:defRPr>
            </a:lvl1pPr>
            <a:lvl2pPr algn="l">
              <a:defRPr sz="1200" b="1">
                <a:solidFill>
                  <a:srgbClr val="C7D3D9"/>
                </a:solidFill>
                <a:latin typeface="DejaVu Sans"/>
                <a:ea typeface="DejaVu Sans"/>
                <a:cs typeface="DejaVu Sans"/>
              </a:defRPr>
            </a:lvl2pPr>
            <a:lvl3pPr algn="l">
              <a:defRPr sz="1200" b="1">
                <a:solidFill>
                  <a:srgbClr val="C7D3D9"/>
                </a:solidFill>
                <a:latin typeface="DejaVu Sans"/>
                <a:ea typeface="DejaVu Sans"/>
                <a:cs typeface="DejaVu Sans"/>
              </a:defRPr>
            </a:lvl3pPr>
            <a:lvl4pPr algn="l">
              <a:defRPr sz="1200" b="1">
                <a:solidFill>
                  <a:srgbClr val="C7D3D9"/>
                </a:solidFill>
                <a:latin typeface="DejaVu Sans"/>
                <a:ea typeface="DejaVu Sans"/>
                <a:cs typeface="DejaVu Sans"/>
              </a:defRPr>
            </a:lvl4pPr>
            <a:lvl5pPr algn="l">
              <a:defRPr sz="1200" b="1">
                <a:solidFill>
                  <a:srgbClr val="C7D3D9"/>
                </a:solidFill>
                <a:latin typeface="DejaVu Sans"/>
                <a:ea typeface="DejaVu Sans"/>
                <a:cs typeface="DejaVu Sans"/>
              </a:defRPr>
            </a:lvl5pPr>
            <a:lvl6pPr algn="l">
              <a:defRPr sz="1200" b="1">
                <a:solidFill>
                  <a:srgbClr val="C7D3D9"/>
                </a:solidFill>
                <a:latin typeface="DejaVu Sans"/>
                <a:ea typeface="DejaVu Sans"/>
                <a:cs typeface="DejaVu Sans"/>
              </a:defRPr>
            </a:lvl6pPr>
            <a:lvl7pPr algn="l">
              <a:defRPr sz="1200" b="1">
                <a:solidFill>
                  <a:srgbClr val="C7D3D9"/>
                </a:solidFill>
                <a:latin typeface="DejaVu Sans"/>
                <a:ea typeface="DejaVu Sans"/>
                <a:cs typeface="DejaVu Sans"/>
              </a:defRPr>
            </a:lvl7pPr>
            <a:lvl8pPr algn="l">
              <a:defRPr sz="1200" b="1">
                <a:solidFill>
                  <a:srgbClr val="C7D3D9"/>
                </a:solidFill>
                <a:latin typeface="DejaVu Sans"/>
                <a:ea typeface="DejaVu Sans"/>
                <a:cs typeface="DejaVu Sans"/>
              </a:defRPr>
            </a:lvl8pPr>
            <a:lvl9pPr algn="l">
              <a:defRPr sz="1200" b="1">
                <a:solidFill>
                  <a:srgbClr val="C7D3D9"/>
                </a:solidFill>
                <a:latin typeface="DejaVu Sans"/>
                <a:ea typeface="DejaVu Sans"/>
                <a:cs typeface="DejaVu Sans"/>
              </a:defRPr>
            </a:lvl9pPr>
          </a:lstStyle>
          <a:p xmlns:a="http://schemas.openxmlformats.org/drawingml/2006/main">
            <a:pPr algn="l">
              <a:defRPr sz="1200" b="1">
                <a:solidFill>
                  <a:srgbClr val="C7D3D9"/>
                </a:solidFill>
                <a:latin typeface="DejaVu Sans"/>
                <a:ea typeface="DejaVu Sans"/>
                <a:cs typeface="DejaVu Sans"/>
              </a:defRPr>
            </a:pPr>
            <a:r>
              <a:rPr sz="1200" b="1">
                <a:solidFill>
                  <a:srgbClr val="C7D3D9"/>
                </a:solidFill>
                <a:latin typeface="DejaVu Sans"/>
                <a:ea typeface="DejaVu Sans"/>
                <a:cs typeface="DejaVu Sans"/>
              </a:rPr>
              <a:t>CASE 3 / MELIORATOR BOT FARM / DISRUPTED JULY 2024</a:t>
            </a:r>
          </a:p>
        </p:txBody>
      </p:sp>
      <p:sp>
        <p:nvSpPr>
          <p:cNvPr id="2" name="slide-title">
            <a:extLst xmlns:a="http://schemas.openxmlformats.org/drawingml/2006/main">
              <a:ext uri="{FF2B5EF4-FFF2-40B4-BE49-F238E27FC236}">
                <a16:creationId xmlns:a16="http://schemas.microsoft.com/office/drawing/2014/main" id="{25E56EA3-0BC6-452F-994F-C2EF0B1624F0}"/>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AI profiles gave propaganda a false identity</a:t>
            </a:r>
          </a:p>
        </p:txBody>
      </p:sp>
      <p:sp>
        <p:nvSpPr>
          <p:cNvPr id="3" name="text-2">
            <a:extLst xmlns:a="http://schemas.openxmlformats.org/drawingml/2006/main">
              <a:ext uri="{FF2B5EF4-FFF2-40B4-BE49-F238E27FC236}">
                <a16:creationId xmlns:a16="http://schemas.microsoft.com/office/drawing/2014/main" id="{EBADFFD2-A99C-4D89-B72D-A55A494CD923}"/>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C7D3D9"/>
                </a:solidFill>
                <a:latin typeface="DejaVu Sans"/>
                <a:ea typeface="DejaVu Sans"/>
                <a:cs typeface="DejaVu Sans"/>
              </a:defRPr>
            </a:defPPr>
            <a:lvl1pPr algn="r">
              <a:defRPr sz="1200" b="0">
                <a:solidFill>
                  <a:srgbClr val="C7D3D9"/>
                </a:solidFill>
                <a:latin typeface="DejaVu Sans"/>
                <a:ea typeface="DejaVu Sans"/>
                <a:cs typeface="DejaVu Sans"/>
              </a:defRPr>
            </a:lvl1pPr>
            <a:lvl2pPr algn="r">
              <a:defRPr sz="1200" b="0">
                <a:solidFill>
                  <a:srgbClr val="C7D3D9"/>
                </a:solidFill>
                <a:latin typeface="DejaVu Sans"/>
                <a:ea typeface="DejaVu Sans"/>
                <a:cs typeface="DejaVu Sans"/>
              </a:defRPr>
            </a:lvl2pPr>
            <a:lvl3pPr algn="r">
              <a:defRPr sz="1200" b="0">
                <a:solidFill>
                  <a:srgbClr val="C7D3D9"/>
                </a:solidFill>
                <a:latin typeface="DejaVu Sans"/>
                <a:ea typeface="DejaVu Sans"/>
                <a:cs typeface="DejaVu Sans"/>
              </a:defRPr>
            </a:lvl3pPr>
            <a:lvl4pPr algn="r">
              <a:defRPr sz="1200" b="0">
                <a:solidFill>
                  <a:srgbClr val="C7D3D9"/>
                </a:solidFill>
                <a:latin typeface="DejaVu Sans"/>
                <a:ea typeface="DejaVu Sans"/>
                <a:cs typeface="DejaVu Sans"/>
              </a:defRPr>
            </a:lvl4pPr>
            <a:lvl5pPr algn="r">
              <a:defRPr sz="1200" b="0">
                <a:solidFill>
                  <a:srgbClr val="C7D3D9"/>
                </a:solidFill>
                <a:latin typeface="DejaVu Sans"/>
                <a:ea typeface="DejaVu Sans"/>
                <a:cs typeface="DejaVu Sans"/>
              </a:defRPr>
            </a:lvl5pPr>
            <a:lvl6pPr algn="r">
              <a:defRPr sz="1200" b="0">
                <a:solidFill>
                  <a:srgbClr val="C7D3D9"/>
                </a:solidFill>
                <a:latin typeface="DejaVu Sans"/>
                <a:ea typeface="DejaVu Sans"/>
                <a:cs typeface="DejaVu Sans"/>
              </a:defRPr>
            </a:lvl6pPr>
            <a:lvl7pPr algn="r">
              <a:defRPr sz="1200" b="0">
                <a:solidFill>
                  <a:srgbClr val="C7D3D9"/>
                </a:solidFill>
                <a:latin typeface="DejaVu Sans"/>
                <a:ea typeface="DejaVu Sans"/>
                <a:cs typeface="DejaVu Sans"/>
              </a:defRPr>
            </a:lvl7pPr>
            <a:lvl8pPr algn="r">
              <a:defRPr sz="1200" b="0">
                <a:solidFill>
                  <a:srgbClr val="C7D3D9"/>
                </a:solidFill>
                <a:latin typeface="DejaVu Sans"/>
                <a:ea typeface="DejaVu Sans"/>
                <a:cs typeface="DejaVu Sans"/>
              </a:defRPr>
            </a:lvl8pPr>
            <a:lvl9pPr algn="r">
              <a:defRPr sz="1200" b="0">
                <a:solidFill>
                  <a:srgbClr val="C7D3D9"/>
                </a:solidFill>
                <a:latin typeface="DejaVu Sans"/>
                <a:ea typeface="DejaVu Sans"/>
                <a:cs typeface="DejaVu Sans"/>
              </a:defRPr>
            </a:lvl9pPr>
          </a:lstStyle>
          <a:p xmlns:a="http://schemas.openxmlformats.org/drawingml/2006/main">
            <a:pPr algn="r">
              <a:defRPr sz="1200" b="0">
                <a:solidFill>
                  <a:srgbClr val="C7D3D9"/>
                </a:solidFill>
                <a:latin typeface="DejaVu Sans"/>
                <a:ea typeface="DejaVu Sans"/>
                <a:cs typeface="DejaVu Sans"/>
              </a:defRPr>
            </a:pPr>
            <a:r>
              <a:rPr sz="1200" b="0">
                <a:solidFill>
                  <a:srgbClr val="C7D3D9"/>
                </a:solidFill>
                <a:latin typeface="DejaVu Sans"/>
                <a:ea typeface="DejaVu Sans"/>
                <a:cs typeface="DejaVu Sans"/>
              </a:rPr>
              <a:t>06</a:t>
            </a:r>
          </a:p>
        </p:txBody>
      </p:sp>
      <p:sp>
        <p:nvSpPr>
          <p:cNvPr id="4" name="text-3">
            <a:extLst xmlns:a="http://schemas.openxmlformats.org/drawingml/2006/main">
              <a:ext uri="{FF2B5EF4-FFF2-40B4-BE49-F238E27FC236}">
                <a16:creationId xmlns:a16="http://schemas.microsoft.com/office/drawing/2014/main" id="{7A4ABBB9-668F-4EE7-8814-AF735A765CD2}"/>
              </a:ext>
            </a:extLst>
          </p:cNvPr>
          <p:cNvSpPr>
            <a:spLocks xmlns:a="http://schemas.openxmlformats.org/drawingml/2006/main" noGrp="1"/>
          </p:cNvSpPr>
          <p:nvPr/>
        </p:nvSpPr>
        <p:spPr>
          <a:xfrm xmlns:a="http://schemas.openxmlformats.org/drawingml/2006/main">
            <a:off x="609600" y="64008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C7D3D9"/>
                </a:solidFill>
                <a:latin typeface="DejaVu Sans"/>
                <a:ea typeface="DejaVu Sans"/>
                <a:cs typeface="DejaVu Sans"/>
              </a:defRPr>
            </a:defPPr>
            <a:lvl1pPr algn="l">
              <a:defRPr sz="1050" b="0">
                <a:solidFill>
                  <a:srgbClr val="C7D3D9"/>
                </a:solidFill>
                <a:latin typeface="DejaVu Sans"/>
                <a:ea typeface="DejaVu Sans"/>
                <a:cs typeface="DejaVu Sans"/>
              </a:defRPr>
            </a:lvl1pPr>
            <a:lvl2pPr algn="l">
              <a:defRPr sz="1050" b="0">
                <a:solidFill>
                  <a:srgbClr val="C7D3D9"/>
                </a:solidFill>
                <a:latin typeface="DejaVu Sans"/>
                <a:ea typeface="DejaVu Sans"/>
                <a:cs typeface="DejaVu Sans"/>
              </a:defRPr>
            </a:lvl2pPr>
            <a:lvl3pPr algn="l">
              <a:defRPr sz="1050" b="0">
                <a:solidFill>
                  <a:srgbClr val="C7D3D9"/>
                </a:solidFill>
                <a:latin typeface="DejaVu Sans"/>
                <a:ea typeface="DejaVu Sans"/>
                <a:cs typeface="DejaVu Sans"/>
              </a:defRPr>
            </a:lvl3pPr>
            <a:lvl4pPr algn="l">
              <a:defRPr sz="1050" b="0">
                <a:solidFill>
                  <a:srgbClr val="C7D3D9"/>
                </a:solidFill>
                <a:latin typeface="DejaVu Sans"/>
                <a:ea typeface="DejaVu Sans"/>
                <a:cs typeface="DejaVu Sans"/>
              </a:defRPr>
            </a:lvl4pPr>
            <a:lvl5pPr algn="l">
              <a:defRPr sz="1050" b="0">
                <a:solidFill>
                  <a:srgbClr val="C7D3D9"/>
                </a:solidFill>
                <a:latin typeface="DejaVu Sans"/>
                <a:ea typeface="DejaVu Sans"/>
                <a:cs typeface="DejaVu Sans"/>
              </a:defRPr>
            </a:lvl5pPr>
            <a:lvl6pPr algn="l">
              <a:defRPr sz="1050" b="0">
                <a:solidFill>
                  <a:srgbClr val="C7D3D9"/>
                </a:solidFill>
                <a:latin typeface="DejaVu Sans"/>
                <a:ea typeface="DejaVu Sans"/>
                <a:cs typeface="DejaVu Sans"/>
              </a:defRPr>
            </a:lvl6pPr>
            <a:lvl7pPr algn="l">
              <a:defRPr sz="1050" b="0">
                <a:solidFill>
                  <a:srgbClr val="C7D3D9"/>
                </a:solidFill>
                <a:latin typeface="DejaVu Sans"/>
                <a:ea typeface="DejaVu Sans"/>
                <a:cs typeface="DejaVu Sans"/>
              </a:defRPr>
            </a:lvl7pPr>
            <a:lvl8pPr algn="l">
              <a:defRPr sz="1050" b="0">
                <a:solidFill>
                  <a:srgbClr val="C7D3D9"/>
                </a:solidFill>
                <a:latin typeface="DejaVu Sans"/>
                <a:ea typeface="DejaVu Sans"/>
                <a:cs typeface="DejaVu Sans"/>
              </a:defRPr>
            </a:lvl8pPr>
            <a:lvl9pPr algn="l">
              <a:defRPr sz="1050" b="0">
                <a:solidFill>
                  <a:srgbClr val="C7D3D9"/>
                </a:solidFill>
                <a:latin typeface="DejaVu Sans"/>
                <a:ea typeface="DejaVu Sans"/>
                <a:cs typeface="DejaVu Sans"/>
              </a:defRPr>
            </a:lvl9pPr>
          </a:lstStyle>
          <a:p xmlns:a="http://schemas.openxmlformats.org/drawingml/2006/main">
            <a:pPr algn="l">
              <a:defRPr sz="1050" b="0">
                <a:solidFill>
                  <a:srgbClr val="C7D3D9"/>
                </a:solidFill>
                <a:latin typeface="DejaVu Sans"/>
                <a:ea typeface="DejaVu Sans"/>
                <a:cs typeface="DejaVu Sans"/>
              </a:defRPr>
            </a:pPr>
            <a:r>
              <a:rPr sz="1050" b="0">
                <a:solidFill>
                  <a:srgbClr val="C7D3D9"/>
                </a:solidFill>
                <a:latin typeface="DejaVu Sans"/>
                <a:ea typeface="DejaVu Sans"/>
                <a:cs typeface="DejaVu Sans"/>
              </a:rPr>
              <a:t>[6] U.S. Department of Justice, 9 July 2024. [7] FBI et al., AA24-191A. Profile image from DOJ evidence.</a:t>
            </a:r>
          </a:p>
        </p:txBody>
      </p:sp>
      <p:pic>
        <p:nvPicPr>
          <p:cNvPr id="5" name="">
            <a:extLst xmlns:a="http://schemas.openxmlformats.org/drawingml/2006/main">
              <a:ext uri="{FF2B5EF4-FFF2-40B4-BE49-F238E27FC236}">
                <a16:creationId xmlns:a16="http://schemas.microsoft.com/office/drawing/2014/main" id="{DF3BAF07-B305-415F-AC76-1D9D22FEB44D}"/>
              </a:ext>
            </a:extLst>
          </p:cNvPr>
          <p:cNvPicPr>
            <a:picLocks xmlns:a="http://schemas.openxmlformats.org/drawingml/2006/main" noChangeAspect="1"/>
          </p:cNvPicPr>
          <p:nvPr/>
        </p:nvPicPr>
        <p:blipFill>
          <a:blip xmlns:r="http://schemas.openxmlformats.org/officeDocument/2006/relationships" xmlns:a="http://schemas.openxmlformats.org/drawingml/2006/main" r:embed="Rb79e2e4828634c03"/>
          <a:stretch xmlns:a="http://schemas.openxmlformats.org/drawingml/2006/main"/>
        </p:blipFill>
        <p:spPr>
          <a:xfrm xmlns:a="http://schemas.openxmlformats.org/drawingml/2006/main">
            <a:off x="8144031" y="2143125"/>
            <a:ext cx="3381063" cy="3495675"/>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99D2D9F0-876D-4FF6-BD54-F137759F7FBF}"/>
              </a:ext>
            </a:extLst>
          </p:cNvPr>
          <p:cNvSpPr>
            <a:spLocks xmlns:a="http://schemas.openxmlformats.org/drawingml/2006/main" noGrp="1"/>
          </p:cNvSpPr>
          <p:nvPr/>
        </p:nvSpPr>
        <p:spPr>
          <a:xfrm xmlns:a="http://schemas.openxmlformats.org/drawingml/2006/main">
            <a:off x="609600" y="1781175"/>
            <a:ext cx="6905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7D3D9"/>
                </a:solidFill>
                <a:latin typeface="DejaVu Sans"/>
                <a:ea typeface="DejaVu Sans"/>
                <a:cs typeface="DejaVu Sans"/>
              </a:defRPr>
            </a:defPPr>
            <a:lvl1pPr algn="l">
              <a:defRPr sz="1425" b="1">
                <a:solidFill>
                  <a:srgbClr val="C7D3D9"/>
                </a:solidFill>
                <a:latin typeface="DejaVu Sans"/>
                <a:ea typeface="DejaVu Sans"/>
                <a:cs typeface="DejaVu Sans"/>
              </a:defRPr>
            </a:lvl1pPr>
            <a:lvl2pPr algn="l">
              <a:defRPr sz="1425" b="1">
                <a:solidFill>
                  <a:srgbClr val="C7D3D9"/>
                </a:solidFill>
                <a:latin typeface="DejaVu Sans"/>
                <a:ea typeface="DejaVu Sans"/>
                <a:cs typeface="DejaVu Sans"/>
              </a:defRPr>
            </a:lvl2pPr>
            <a:lvl3pPr algn="l">
              <a:defRPr sz="1425" b="1">
                <a:solidFill>
                  <a:srgbClr val="C7D3D9"/>
                </a:solidFill>
                <a:latin typeface="DejaVu Sans"/>
                <a:ea typeface="DejaVu Sans"/>
                <a:cs typeface="DejaVu Sans"/>
              </a:defRPr>
            </a:lvl3pPr>
            <a:lvl4pPr algn="l">
              <a:defRPr sz="1425" b="1">
                <a:solidFill>
                  <a:srgbClr val="C7D3D9"/>
                </a:solidFill>
                <a:latin typeface="DejaVu Sans"/>
                <a:ea typeface="DejaVu Sans"/>
                <a:cs typeface="DejaVu Sans"/>
              </a:defRPr>
            </a:lvl4pPr>
            <a:lvl5pPr algn="l">
              <a:defRPr sz="1425" b="1">
                <a:solidFill>
                  <a:srgbClr val="C7D3D9"/>
                </a:solidFill>
                <a:latin typeface="DejaVu Sans"/>
                <a:ea typeface="DejaVu Sans"/>
                <a:cs typeface="DejaVu Sans"/>
              </a:defRPr>
            </a:lvl5pPr>
            <a:lvl6pPr algn="l">
              <a:defRPr sz="1425" b="1">
                <a:solidFill>
                  <a:srgbClr val="C7D3D9"/>
                </a:solidFill>
                <a:latin typeface="DejaVu Sans"/>
                <a:ea typeface="DejaVu Sans"/>
                <a:cs typeface="DejaVu Sans"/>
              </a:defRPr>
            </a:lvl6pPr>
            <a:lvl7pPr algn="l">
              <a:defRPr sz="1425" b="1">
                <a:solidFill>
                  <a:srgbClr val="C7D3D9"/>
                </a:solidFill>
                <a:latin typeface="DejaVu Sans"/>
                <a:ea typeface="DejaVu Sans"/>
                <a:cs typeface="DejaVu Sans"/>
              </a:defRPr>
            </a:lvl7pPr>
            <a:lvl8pPr algn="l">
              <a:defRPr sz="1425" b="1">
                <a:solidFill>
                  <a:srgbClr val="C7D3D9"/>
                </a:solidFill>
                <a:latin typeface="DejaVu Sans"/>
                <a:ea typeface="DejaVu Sans"/>
                <a:cs typeface="DejaVu Sans"/>
              </a:defRPr>
            </a:lvl8pPr>
            <a:lvl9pPr algn="l">
              <a:defRPr sz="1425" b="1">
                <a:solidFill>
                  <a:srgbClr val="C7D3D9"/>
                </a:solidFill>
                <a:latin typeface="DejaVu Sans"/>
                <a:ea typeface="DejaVu Sans"/>
                <a:cs typeface="DejaVu Sans"/>
              </a:defRPr>
            </a:lvl9pPr>
          </a:lstStyle>
          <a:p xmlns:a="http://schemas.openxmlformats.org/drawingml/2006/main">
            <a:pPr algn="l">
              <a:defRPr sz="1425" b="1">
                <a:solidFill>
                  <a:srgbClr val="C7D3D9"/>
                </a:solidFill>
                <a:latin typeface="DejaVu Sans"/>
                <a:ea typeface="DejaVu Sans"/>
                <a:cs typeface="DejaVu Sans"/>
              </a:defRPr>
            </a:pPr>
            <a:r>
              <a:rPr sz="1425" b="1">
                <a:solidFill>
                  <a:srgbClr val="C7D3D9"/>
                </a:solidFill>
                <a:latin typeface="DejaVu Sans"/>
                <a:ea typeface="DejaVu Sans"/>
                <a:cs typeface="DejaVu Sans"/>
              </a:rPr>
              <a:t>WHAT HAPPENED</a:t>
            </a:r>
          </a:p>
        </p:txBody>
      </p:sp>
      <p:sp>
        <p:nvSpPr>
          <p:cNvPr id="7" name="text-5">
            <a:extLst xmlns:a="http://schemas.openxmlformats.org/drawingml/2006/main">
              <a:ext uri="{FF2B5EF4-FFF2-40B4-BE49-F238E27FC236}">
                <a16:creationId xmlns:a16="http://schemas.microsoft.com/office/drawing/2014/main" id="{E19D78C6-9838-4DFD-BBF7-4F0BCE572E91}"/>
              </a:ext>
            </a:extLst>
          </p:cNvPr>
          <p:cNvSpPr>
            <a:spLocks xmlns:a="http://schemas.openxmlformats.org/drawingml/2006/main" noGrp="1"/>
          </p:cNvSpPr>
          <p:nvPr/>
        </p:nvSpPr>
        <p:spPr>
          <a:xfrm xmlns:a="http://schemas.openxmlformats.org/drawingml/2006/main">
            <a:off x="609600" y="2105025"/>
            <a:ext cx="6905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U.S. authorities identified 968 accounts. AI helped create fictitious people on X.</a:t>
            </a:r>
          </a:p>
        </p:txBody>
      </p:sp>
      <p:sp>
        <p:nvSpPr>
          <p:cNvPr id="8" name="text-6">
            <a:extLst xmlns:a="http://schemas.openxmlformats.org/drawingml/2006/main">
              <a:ext uri="{FF2B5EF4-FFF2-40B4-BE49-F238E27FC236}">
                <a16:creationId xmlns:a16="http://schemas.microsoft.com/office/drawing/2014/main" id="{235E3F5D-DEA9-4B03-88C4-14693CC13B94}"/>
              </a:ext>
            </a:extLst>
          </p:cNvPr>
          <p:cNvSpPr>
            <a:spLocks xmlns:a="http://schemas.openxmlformats.org/drawingml/2006/main" noGrp="1"/>
          </p:cNvSpPr>
          <p:nvPr/>
        </p:nvSpPr>
        <p:spPr>
          <a:xfrm xmlns:a="http://schemas.openxmlformats.org/drawingml/2006/main">
            <a:off x="609600" y="3152775"/>
            <a:ext cx="6905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7D3D9"/>
                </a:solidFill>
                <a:latin typeface="DejaVu Sans"/>
                <a:ea typeface="DejaVu Sans"/>
                <a:cs typeface="DejaVu Sans"/>
              </a:defRPr>
            </a:defPPr>
            <a:lvl1pPr algn="l">
              <a:defRPr sz="1425" b="1">
                <a:solidFill>
                  <a:srgbClr val="C7D3D9"/>
                </a:solidFill>
                <a:latin typeface="DejaVu Sans"/>
                <a:ea typeface="DejaVu Sans"/>
                <a:cs typeface="DejaVu Sans"/>
              </a:defRPr>
            </a:lvl1pPr>
            <a:lvl2pPr algn="l">
              <a:defRPr sz="1425" b="1">
                <a:solidFill>
                  <a:srgbClr val="C7D3D9"/>
                </a:solidFill>
                <a:latin typeface="DejaVu Sans"/>
                <a:ea typeface="DejaVu Sans"/>
                <a:cs typeface="DejaVu Sans"/>
              </a:defRPr>
            </a:lvl2pPr>
            <a:lvl3pPr algn="l">
              <a:defRPr sz="1425" b="1">
                <a:solidFill>
                  <a:srgbClr val="C7D3D9"/>
                </a:solidFill>
                <a:latin typeface="DejaVu Sans"/>
                <a:ea typeface="DejaVu Sans"/>
                <a:cs typeface="DejaVu Sans"/>
              </a:defRPr>
            </a:lvl3pPr>
            <a:lvl4pPr algn="l">
              <a:defRPr sz="1425" b="1">
                <a:solidFill>
                  <a:srgbClr val="C7D3D9"/>
                </a:solidFill>
                <a:latin typeface="DejaVu Sans"/>
                <a:ea typeface="DejaVu Sans"/>
                <a:cs typeface="DejaVu Sans"/>
              </a:defRPr>
            </a:lvl4pPr>
            <a:lvl5pPr algn="l">
              <a:defRPr sz="1425" b="1">
                <a:solidFill>
                  <a:srgbClr val="C7D3D9"/>
                </a:solidFill>
                <a:latin typeface="DejaVu Sans"/>
                <a:ea typeface="DejaVu Sans"/>
                <a:cs typeface="DejaVu Sans"/>
              </a:defRPr>
            </a:lvl5pPr>
            <a:lvl6pPr algn="l">
              <a:defRPr sz="1425" b="1">
                <a:solidFill>
                  <a:srgbClr val="C7D3D9"/>
                </a:solidFill>
                <a:latin typeface="DejaVu Sans"/>
                <a:ea typeface="DejaVu Sans"/>
                <a:cs typeface="DejaVu Sans"/>
              </a:defRPr>
            </a:lvl6pPr>
            <a:lvl7pPr algn="l">
              <a:defRPr sz="1425" b="1">
                <a:solidFill>
                  <a:srgbClr val="C7D3D9"/>
                </a:solidFill>
                <a:latin typeface="DejaVu Sans"/>
                <a:ea typeface="DejaVu Sans"/>
                <a:cs typeface="DejaVu Sans"/>
              </a:defRPr>
            </a:lvl7pPr>
            <a:lvl8pPr algn="l">
              <a:defRPr sz="1425" b="1">
                <a:solidFill>
                  <a:srgbClr val="C7D3D9"/>
                </a:solidFill>
                <a:latin typeface="DejaVu Sans"/>
                <a:ea typeface="DejaVu Sans"/>
                <a:cs typeface="DejaVu Sans"/>
              </a:defRPr>
            </a:lvl8pPr>
            <a:lvl9pPr algn="l">
              <a:defRPr sz="1425" b="1">
                <a:solidFill>
                  <a:srgbClr val="C7D3D9"/>
                </a:solidFill>
                <a:latin typeface="DejaVu Sans"/>
                <a:ea typeface="DejaVu Sans"/>
                <a:cs typeface="DejaVu Sans"/>
              </a:defRPr>
            </a:lvl9pPr>
          </a:lstStyle>
          <a:p xmlns:a="http://schemas.openxmlformats.org/drawingml/2006/main">
            <a:pPr algn="l">
              <a:defRPr sz="1425" b="1">
                <a:solidFill>
                  <a:srgbClr val="C7D3D9"/>
                </a:solidFill>
                <a:latin typeface="DejaVu Sans"/>
                <a:ea typeface="DejaVu Sans"/>
                <a:cs typeface="DejaVu Sans"/>
              </a:defRPr>
            </a:pPr>
            <a:r>
              <a:rPr sz="1425" b="1">
                <a:solidFill>
                  <a:srgbClr val="C7D3D9"/>
                </a:solidFill>
                <a:latin typeface="DejaVu Sans"/>
                <a:ea typeface="DejaVu Sans"/>
                <a:cs typeface="DejaVu Sans"/>
              </a:rPr>
              <a:t>ETHICAL ISSUE</a:t>
            </a:r>
          </a:p>
        </p:txBody>
      </p:sp>
      <p:sp>
        <p:nvSpPr>
          <p:cNvPr id="9" name="text-7">
            <a:extLst xmlns:a="http://schemas.openxmlformats.org/drawingml/2006/main">
              <a:ext uri="{FF2B5EF4-FFF2-40B4-BE49-F238E27FC236}">
                <a16:creationId xmlns:a16="http://schemas.microsoft.com/office/drawing/2014/main" id="{57AA2340-43F7-4D64-B016-041B2EB1915D}"/>
              </a:ext>
            </a:extLst>
          </p:cNvPr>
          <p:cNvSpPr>
            <a:spLocks xmlns:a="http://schemas.openxmlformats.org/drawingml/2006/main" noGrp="1"/>
          </p:cNvSpPr>
          <p:nvPr/>
        </p:nvSpPr>
        <p:spPr>
          <a:xfrm xmlns:a="http://schemas.openxmlformats.org/drawingml/2006/main">
            <a:off x="609600" y="3476625"/>
            <a:ext cx="6905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Covert state influence appeared to be ordinary citizens’ views and activity.</a:t>
            </a:r>
          </a:p>
        </p:txBody>
      </p:sp>
      <p:sp>
        <p:nvSpPr>
          <p:cNvPr id="10" name="text-8">
            <a:extLst xmlns:a="http://schemas.openxmlformats.org/drawingml/2006/main">
              <a:ext uri="{FF2B5EF4-FFF2-40B4-BE49-F238E27FC236}">
                <a16:creationId xmlns:a16="http://schemas.microsoft.com/office/drawing/2014/main" id="{BCC51178-17B2-4B43-91DF-9C63C0916675}"/>
              </a:ext>
            </a:extLst>
          </p:cNvPr>
          <p:cNvSpPr>
            <a:spLocks xmlns:a="http://schemas.openxmlformats.org/drawingml/2006/main" noGrp="1"/>
          </p:cNvSpPr>
          <p:nvPr/>
        </p:nvSpPr>
        <p:spPr>
          <a:xfrm xmlns:a="http://schemas.openxmlformats.org/drawingml/2006/main">
            <a:off x="609600" y="4524375"/>
            <a:ext cx="69056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7D3D9"/>
                </a:solidFill>
                <a:latin typeface="DejaVu Sans"/>
                <a:ea typeface="DejaVu Sans"/>
                <a:cs typeface="DejaVu Sans"/>
              </a:defRPr>
            </a:defPPr>
            <a:lvl1pPr algn="l">
              <a:defRPr sz="1425" b="1">
                <a:solidFill>
                  <a:srgbClr val="C7D3D9"/>
                </a:solidFill>
                <a:latin typeface="DejaVu Sans"/>
                <a:ea typeface="DejaVu Sans"/>
                <a:cs typeface="DejaVu Sans"/>
              </a:defRPr>
            </a:lvl1pPr>
            <a:lvl2pPr algn="l">
              <a:defRPr sz="1425" b="1">
                <a:solidFill>
                  <a:srgbClr val="C7D3D9"/>
                </a:solidFill>
                <a:latin typeface="DejaVu Sans"/>
                <a:ea typeface="DejaVu Sans"/>
                <a:cs typeface="DejaVu Sans"/>
              </a:defRPr>
            </a:lvl2pPr>
            <a:lvl3pPr algn="l">
              <a:defRPr sz="1425" b="1">
                <a:solidFill>
                  <a:srgbClr val="C7D3D9"/>
                </a:solidFill>
                <a:latin typeface="DejaVu Sans"/>
                <a:ea typeface="DejaVu Sans"/>
                <a:cs typeface="DejaVu Sans"/>
              </a:defRPr>
            </a:lvl3pPr>
            <a:lvl4pPr algn="l">
              <a:defRPr sz="1425" b="1">
                <a:solidFill>
                  <a:srgbClr val="C7D3D9"/>
                </a:solidFill>
                <a:latin typeface="DejaVu Sans"/>
                <a:ea typeface="DejaVu Sans"/>
                <a:cs typeface="DejaVu Sans"/>
              </a:defRPr>
            </a:lvl4pPr>
            <a:lvl5pPr algn="l">
              <a:defRPr sz="1425" b="1">
                <a:solidFill>
                  <a:srgbClr val="C7D3D9"/>
                </a:solidFill>
                <a:latin typeface="DejaVu Sans"/>
                <a:ea typeface="DejaVu Sans"/>
                <a:cs typeface="DejaVu Sans"/>
              </a:defRPr>
            </a:lvl5pPr>
            <a:lvl6pPr algn="l">
              <a:defRPr sz="1425" b="1">
                <a:solidFill>
                  <a:srgbClr val="C7D3D9"/>
                </a:solidFill>
                <a:latin typeface="DejaVu Sans"/>
                <a:ea typeface="DejaVu Sans"/>
                <a:cs typeface="DejaVu Sans"/>
              </a:defRPr>
            </a:lvl6pPr>
            <a:lvl7pPr algn="l">
              <a:defRPr sz="1425" b="1">
                <a:solidFill>
                  <a:srgbClr val="C7D3D9"/>
                </a:solidFill>
                <a:latin typeface="DejaVu Sans"/>
                <a:ea typeface="DejaVu Sans"/>
                <a:cs typeface="DejaVu Sans"/>
              </a:defRPr>
            </a:lvl7pPr>
            <a:lvl8pPr algn="l">
              <a:defRPr sz="1425" b="1">
                <a:solidFill>
                  <a:srgbClr val="C7D3D9"/>
                </a:solidFill>
                <a:latin typeface="DejaVu Sans"/>
                <a:ea typeface="DejaVu Sans"/>
                <a:cs typeface="DejaVu Sans"/>
              </a:defRPr>
            </a:lvl8pPr>
            <a:lvl9pPr algn="l">
              <a:defRPr sz="1425" b="1">
                <a:solidFill>
                  <a:srgbClr val="C7D3D9"/>
                </a:solidFill>
                <a:latin typeface="DejaVu Sans"/>
                <a:ea typeface="DejaVu Sans"/>
                <a:cs typeface="DejaVu Sans"/>
              </a:defRPr>
            </a:lvl9pPr>
          </a:lstStyle>
          <a:p xmlns:a="http://schemas.openxmlformats.org/drawingml/2006/main">
            <a:pPr algn="l">
              <a:defRPr sz="1425" b="1">
                <a:solidFill>
                  <a:srgbClr val="C7D3D9"/>
                </a:solidFill>
                <a:latin typeface="DejaVu Sans"/>
                <a:ea typeface="DejaVu Sans"/>
                <a:cs typeface="DejaVu Sans"/>
              </a:defRPr>
            </a:pPr>
            <a:r>
              <a:rPr sz="1425" b="1">
                <a:solidFill>
                  <a:srgbClr val="C7D3D9"/>
                </a:solidFill>
                <a:latin typeface="DejaVu Sans"/>
                <a:ea typeface="DejaVu Sans"/>
                <a:cs typeface="DejaVu Sans"/>
              </a:rPr>
              <a:t>CONSEQUENCES AND RESPONSIBILITY</a:t>
            </a:r>
          </a:p>
        </p:txBody>
      </p:sp>
      <p:sp>
        <p:nvSpPr>
          <p:cNvPr id="11" name="text-9">
            <a:extLst xmlns:a="http://schemas.openxmlformats.org/drawingml/2006/main">
              <a:ext uri="{FF2B5EF4-FFF2-40B4-BE49-F238E27FC236}">
                <a16:creationId xmlns:a16="http://schemas.microsoft.com/office/drawing/2014/main" id="{F7495F97-78A2-49B6-A1E1-DF8CA90706D7}"/>
              </a:ext>
            </a:extLst>
          </p:cNvPr>
          <p:cNvSpPr>
            <a:spLocks xmlns:a="http://schemas.openxmlformats.org/drawingml/2006/main" noGrp="1"/>
          </p:cNvSpPr>
          <p:nvPr/>
        </p:nvSpPr>
        <p:spPr>
          <a:xfrm xmlns:a="http://schemas.openxmlformats.org/drawingml/2006/main">
            <a:off x="609600" y="4848225"/>
            <a:ext cx="69056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DejaVu Sans"/>
                <a:ea typeface="DejaVu Sans"/>
                <a:cs typeface="DejaVu Sans"/>
              </a:defRPr>
            </a:defPPr>
            <a:lvl1pPr algn="l">
              <a:defRPr sz="1875" b="0">
                <a:solidFill>
                  <a:srgbClr val="FFFFFF"/>
                </a:solidFill>
                <a:latin typeface="DejaVu Sans"/>
                <a:ea typeface="DejaVu Sans"/>
                <a:cs typeface="DejaVu Sans"/>
              </a:defRPr>
            </a:lvl1pPr>
            <a:lvl2pPr algn="l">
              <a:defRPr sz="1875" b="0">
                <a:solidFill>
                  <a:srgbClr val="FFFFFF"/>
                </a:solidFill>
                <a:latin typeface="DejaVu Sans"/>
                <a:ea typeface="DejaVu Sans"/>
                <a:cs typeface="DejaVu Sans"/>
              </a:defRPr>
            </a:lvl2pPr>
            <a:lvl3pPr algn="l">
              <a:defRPr sz="1875" b="0">
                <a:solidFill>
                  <a:srgbClr val="FFFFFF"/>
                </a:solidFill>
                <a:latin typeface="DejaVu Sans"/>
                <a:ea typeface="DejaVu Sans"/>
                <a:cs typeface="DejaVu Sans"/>
              </a:defRPr>
            </a:lvl3pPr>
            <a:lvl4pPr algn="l">
              <a:defRPr sz="1875" b="0">
                <a:solidFill>
                  <a:srgbClr val="FFFFFF"/>
                </a:solidFill>
                <a:latin typeface="DejaVu Sans"/>
                <a:ea typeface="DejaVu Sans"/>
                <a:cs typeface="DejaVu Sans"/>
              </a:defRPr>
            </a:lvl4pPr>
            <a:lvl5pPr algn="l">
              <a:defRPr sz="1875" b="0">
                <a:solidFill>
                  <a:srgbClr val="FFFFFF"/>
                </a:solidFill>
                <a:latin typeface="DejaVu Sans"/>
                <a:ea typeface="DejaVu Sans"/>
                <a:cs typeface="DejaVu Sans"/>
              </a:defRPr>
            </a:lvl5pPr>
            <a:lvl6pPr algn="l">
              <a:defRPr sz="1875" b="0">
                <a:solidFill>
                  <a:srgbClr val="FFFFFF"/>
                </a:solidFill>
                <a:latin typeface="DejaVu Sans"/>
                <a:ea typeface="DejaVu Sans"/>
                <a:cs typeface="DejaVu Sans"/>
              </a:defRPr>
            </a:lvl6pPr>
            <a:lvl7pPr algn="l">
              <a:defRPr sz="1875" b="0">
                <a:solidFill>
                  <a:srgbClr val="FFFFFF"/>
                </a:solidFill>
                <a:latin typeface="DejaVu Sans"/>
                <a:ea typeface="DejaVu Sans"/>
                <a:cs typeface="DejaVu Sans"/>
              </a:defRPr>
            </a:lvl7pPr>
            <a:lvl8pPr algn="l">
              <a:defRPr sz="1875" b="0">
                <a:solidFill>
                  <a:srgbClr val="FFFFFF"/>
                </a:solidFill>
                <a:latin typeface="DejaVu Sans"/>
                <a:ea typeface="DejaVu Sans"/>
                <a:cs typeface="DejaVu Sans"/>
              </a:defRPr>
            </a:lvl8pPr>
            <a:lvl9pPr algn="l">
              <a:defRPr sz="1875" b="0">
                <a:solidFill>
                  <a:srgbClr val="FFFFFF"/>
                </a:solidFill>
                <a:latin typeface="DejaVu Sans"/>
                <a:ea typeface="DejaVu Sans"/>
                <a:cs typeface="DejaVu Sans"/>
              </a:defRPr>
            </a:lvl9pPr>
          </a:lstStyle>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The DOJ linked the network to RT and the FSB. Authorities seized domains, and X suspended accounts.</a:t>
            </a:r>
          </a:p>
        </p:txBody>
      </p:sp>
      <p:sp>
        <p:nvSpPr>
          <p:cNvPr id="12" name="text-10">
            <a:extLst xmlns:a="http://schemas.openxmlformats.org/drawingml/2006/main">
              <a:ext uri="{FF2B5EF4-FFF2-40B4-BE49-F238E27FC236}">
                <a16:creationId xmlns:a16="http://schemas.microsoft.com/office/drawing/2014/main" id="{F64EE296-4613-41D6-8D18-7D61AC4C8008}"/>
              </a:ext>
            </a:extLst>
          </p:cNvPr>
          <p:cNvSpPr>
            <a:spLocks xmlns:a="http://schemas.openxmlformats.org/drawingml/2006/main" noGrp="1"/>
          </p:cNvSpPr>
          <p:nvPr/>
        </p:nvSpPr>
        <p:spPr>
          <a:xfrm xmlns:a="http://schemas.openxmlformats.org/drawingml/2006/main">
            <a:off x="609600" y="5829300"/>
            <a:ext cx="10810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C7D3D9"/>
                </a:solidFill>
                <a:latin typeface="DejaVu Sans"/>
                <a:ea typeface="DejaVu Sans"/>
                <a:cs typeface="DejaVu Sans"/>
              </a:defRPr>
            </a:defPPr>
            <a:lvl1pPr algn="l">
              <a:defRPr sz="1500" b="0">
                <a:solidFill>
                  <a:srgbClr val="C7D3D9"/>
                </a:solidFill>
                <a:latin typeface="DejaVu Sans"/>
                <a:ea typeface="DejaVu Sans"/>
                <a:cs typeface="DejaVu Sans"/>
              </a:defRPr>
            </a:lvl1pPr>
            <a:lvl2pPr algn="l">
              <a:defRPr sz="1500" b="0">
                <a:solidFill>
                  <a:srgbClr val="C7D3D9"/>
                </a:solidFill>
                <a:latin typeface="DejaVu Sans"/>
                <a:ea typeface="DejaVu Sans"/>
                <a:cs typeface="DejaVu Sans"/>
              </a:defRPr>
            </a:lvl2pPr>
            <a:lvl3pPr algn="l">
              <a:defRPr sz="1500" b="0">
                <a:solidFill>
                  <a:srgbClr val="C7D3D9"/>
                </a:solidFill>
                <a:latin typeface="DejaVu Sans"/>
                <a:ea typeface="DejaVu Sans"/>
                <a:cs typeface="DejaVu Sans"/>
              </a:defRPr>
            </a:lvl3pPr>
            <a:lvl4pPr algn="l">
              <a:defRPr sz="1500" b="0">
                <a:solidFill>
                  <a:srgbClr val="C7D3D9"/>
                </a:solidFill>
                <a:latin typeface="DejaVu Sans"/>
                <a:ea typeface="DejaVu Sans"/>
                <a:cs typeface="DejaVu Sans"/>
              </a:defRPr>
            </a:lvl4pPr>
            <a:lvl5pPr algn="l">
              <a:defRPr sz="1500" b="0">
                <a:solidFill>
                  <a:srgbClr val="C7D3D9"/>
                </a:solidFill>
                <a:latin typeface="DejaVu Sans"/>
                <a:ea typeface="DejaVu Sans"/>
                <a:cs typeface="DejaVu Sans"/>
              </a:defRPr>
            </a:lvl5pPr>
            <a:lvl6pPr algn="l">
              <a:defRPr sz="1500" b="0">
                <a:solidFill>
                  <a:srgbClr val="C7D3D9"/>
                </a:solidFill>
                <a:latin typeface="DejaVu Sans"/>
                <a:ea typeface="DejaVu Sans"/>
                <a:cs typeface="DejaVu Sans"/>
              </a:defRPr>
            </a:lvl6pPr>
            <a:lvl7pPr algn="l">
              <a:defRPr sz="1500" b="0">
                <a:solidFill>
                  <a:srgbClr val="C7D3D9"/>
                </a:solidFill>
                <a:latin typeface="DejaVu Sans"/>
                <a:ea typeface="DejaVu Sans"/>
                <a:cs typeface="DejaVu Sans"/>
              </a:defRPr>
            </a:lvl7pPr>
            <a:lvl8pPr algn="l">
              <a:defRPr sz="1500" b="0">
                <a:solidFill>
                  <a:srgbClr val="C7D3D9"/>
                </a:solidFill>
                <a:latin typeface="DejaVu Sans"/>
                <a:ea typeface="DejaVu Sans"/>
                <a:cs typeface="DejaVu Sans"/>
              </a:defRPr>
            </a:lvl8pPr>
            <a:lvl9pPr algn="l">
              <a:defRPr sz="1500" b="0">
                <a:solidFill>
                  <a:srgbClr val="C7D3D9"/>
                </a:solidFill>
                <a:latin typeface="DejaVu Sans"/>
                <a:ea typeface="DejaVu Sans"/>
                <a:cs typeface="DejaVu Sans"/>
              </a:defRPr>
            </a:lvl9pPr>
          </a:lstStyle>
          <a:p xmlns:a="http://schemas.openxmlformats.org/drawingml/2006/main">
            <a:pPr algn="l">
              <a:defRPr sz="1500" b="0">
                <a:solidFill>
                  <a:srgbClr val="C7D3D9"/>
                </a:solidFill>
                <a:latin typeface="DejaVu Sans"/>
                <a:ea typeface="DejaVu Sans"/>
                <a:cs typeface="DejaVu Sans"/>
              </a:defRPr>
            </a:pPr>
            <a:r>
              <a:rPr sz="1500" b="0">
                <a:solidFill>
                  <a:srgbClr val="C7D3D9"/>
                </a:solidFill>
                <a:latin typeface="DejaVu Sans"/>
                <a:ea typeface="DejaVu Sans"/>
                <a:cs typeface="DejaVu Sans"/>
              </a:rPr>
              <a:t>False identities are documented. The sources do not measure the campaign’s effect on voters’ attitudes.</a:t>
            </a:r>
          </a:p>
        </p:txBody>
      </p:sp>
    </p:spTree>
    <p:extLst>
      <p:ext uri="{BB962C8B-B14F-4D97-AF65-F5344CB8AC3E}">
        <p14:creationId xmlns:p14="http://schemas.microsoft.com/office/powerpoint/2010/main" val="60162791"/>
      </p:ext>
    </p:extLst>
  </p:cSld>
</p:sld>
</file>

<file path=ppt/slides/slide7.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60E9B02-BDEC-4ED9-BB61-FEB77B2DA14E}"/>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3786E"/>
                </a:solidFill>
                <a:latin typeface="DejaVu Sans"/>
                <a:ea typeface="DejaVu Sans"/>
                <a:cs typeface="DejaVu Sans"/>
              </a:defRPr>
            </a:defPPr>
            <a:lvl1pPr algn="l">
              <a:defRPr sz="1200" b="1">
                <a:solidFill>
                  <a:srgbClr val="13786E"/>
                </a:solidFill>
                <a:latin typeface="DejaVu Sans"/>
                <a:ea typeface="DejaVu Sans"/>
                <a:cs typeface="DejaVu Sans"/>
              </a:defRPr>
            </a:lvl1pPr>
            <a:lvl2pPr algn="l">
              <a:defRPr sz="1200" b="1">
                <a:solidFill>
                  <a:srgbClr val="13786E"/>
                </a:solidFill>
                <a:latin typeface="DejaVu Sans"/>
                <a:ea typeface="DejaVu Sans"/>
                <a:cs typeface="DejaVu Sans"/>
              </a:defRPr>
            </a:lvl2pPr>
            <a:lvl3pPr algn="l">
              <a:defRPr sz="1200" b="1">
                <a:solidFill>
                  <a:srgbClr val="13786E"/>
                </a:solidFill>
                <a:latin typeface="DejaVu Sans"/>
                <a:ea typeface="DejaVu Sans"/>
                <a:cs typeface="DejaVu Sans"/>
              </a:defRPr>
            </a:lvl3pPr>
            <a:lvl4pPr algn="l">
              <a:defRPr sz="1200" b="1">
                <a:solidFill>
                  <a:srgbClr val="13786E"/>
                </a:solidFill>
                <a:latin typeface="DejaVu Sans"/>
                <a:ea typeface="DejaVu Sans"/>
                <a:cs typeface="DejaVu Sans"/>
              </a:defRPr>
            </a:lvl4pPr>
            <a:lvl5pPr algn="l">
              <a:defRPr sz="1200" b="1">
                <a:solidFill>
                  <a:srgbClr val="13786E"/>
                </a:solidFill>
                <a:latin typeface="DejaVu Sans"/>
                <a:ea typeface="DejaVu Sans"/>
                <a:cs typeface="DejaVu Sans"/>
              </a:defRPr>
            </a:lvl5pPr>
            <a:lvl6pPr algn="l">
              <a:defRPr sz="1200" b="1">
                <a:solidFill>
                  <a:srgbClr val="13786E"/>
                </a:solidFill>
                <a:latin typeface="DejaVu Sans"/>
                <a:ea typeface="DejaVu Sans"/>
                <a:cs typeface="DejaVu Sans"/>
              </a:defRPr>
            </a:lvl6pPr>
            <a:lvl7pPr algn="l">
              <a:defRPr sz="1200" b="1">
                <a:solidFill>
                  <a:srgbClr val="13786E"/>
                </a:solidFill>
                <a:latin typeface="DejaVu Sans"/>
                <a:ea typeface="DejaVu Sans"/>
                <a:cs typeface="DejaVu Sans"/>
              </a:defRPr>
            </a:lvl7pPr>
            <a:lvl8pPr algn="l">
              <a:defRPr sz="1200" b="1">
                <a:solidFill>
                  <a:srgbClr val="13786E"/>
                </a:solidFill>
                <a:latin typeface="DejaVu Sans"/>
                <a:ea typeface="DejaVu Sans"/>
                <a:cs typeface="DejaVu Sans"/>
              </a:defRPr>
            </a:lvl8pPr>
            <a:lvl9pPr algn="l">
              <a:defRPr sz="1200" b="1">
                <a:solidFill>
                  <a:srgbClr val="13786E"/>
                </a:solidFill>
                <a:latin typeface="DejaVu Sans"/>
                <a:ea typeface="DejaVu Sans"/>
                <a:cs typeface="DejaVu Sans"/>
              </a:defRPr>
            </a:lvl9pPr>
          </a:lstStyle>
          <a:p xmlns:a="http://schemas.openxmlformats.org/drawingml/2006/main">
            <a:pPr algn="l">
              <a:defRPr sz="1200" b="1">
                <a:solidFill>
                  <a:srgbClr val="13786E"/>
                </a:solidFill>
                <a:latin typeface="DejaVu Sans"/>
                <a:ea typeface="DejaVu Sans"/>
                <a:cs typeface="DejaVu Sans"/>
              </a:defRPr>
            </a:pPr>
            <a:r>
              <a:rPr sz="1200" b="1">
                <a:solidFill>
                  <a:srgbClr val="13786E"/>
                </a:solidFill>
                <a:latin typeface="DejaVu Sans"/>
                <a:ea typeface="DejaVu Sans"/>
                <a:cs typeface="DejaVu Sans"/>
              </a:rPr>
              <a:t>PRODUCTION AND DISTRIBUTION</a:t>
            </a:r>
          </a:p>
        </p:txBody>
      </p:sp>
      <p:sp>
        <p:nvSpPr>
          <p:cNvPr id="2" name="slide-title">
            <a:extLst xmlns:a="http://schemas.openxmlformats.org/drawingml/2006/main">
              <a:ext uri="{FF2B5EF4-FFF2-40B4-BE49-F238E27FC236}">
                <a16:creationId xmlns:a16="http://schemas.microsoft.com/office/drawing/2014/main" id="{FA3F43E0-336F-4656-918F-9F4D882ECFDA}"/>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A3C"/>
                </a:solidFill>
                <a:latin typeface="DejaVu Sans"/>
                <a:ea typeface="DejaVu Sans"/>
                <a:cs typeface="DejaVu Sans"/>
              </a:defRPr>
            </a:defPPr>
            <a:lvl1pPr algn="l">
              <a:defRPr sz="3225" b="1">
                <a:solidFill>
                  <a:srgbClr val="142A3C"/>
                </a:solidFill>
                <a:latin typeface="DejaVu Sans"/>
                <a:ea typeface="DejaVu Sans"/>
                <a:cs typeface="DejaVu Sans"/>
              </a:defRPr>
            </a:lvl1pPr>
            <a:lvl2pPr algn="l">
              <a:defRPr sz="3225" b="1">
                <a:solidFill>
                  <a:srgbClr val="142A3C"/>
                </a:solidFill>
                <a:latin typeface="DejaVu Sans"/>
                <a:ea typeface="DejaVu Sans"/>
                <a:cs typeface="DejaVu Sans"/>
              </a:defRPr>
            </a:lvl2pPr>
            <a:lvl3pPr algn="l">
              <a:defRPr sz="3225" b="1">
                <a:solidFill>
                  <a:srgbClr val="142A3C"/>
                </a:solidFill>
                <a:latin typeface="DejaVu Sans"/>
                <a:ea typeface="DejaVu Sans"/>
                <a:cs typeface="DejaVu Sans"/>
              </a:defRPr>
            </a:lvl3pPr>
            <a:lvl4pPr algn="l">
              <a:defRPr sz="3225" b="1">
                <a:solidFill>
                  <a:srgbClr val="142A3C"/>
                </a:solidFill>
                <a:latin typeface="DejaVu Sans"/>
                <a:ea typeface="DejaVu Sans"/>
                <a:cs typeface="DejaVu Sans"/>
              </a:defRPr>
            </a:lvl4pPr>
            <a:lvl5pPr algn="l">
              <a:defRPr sz="3225" b="1">
                <a:solidFill>
                  <a:srgbClr val="142A3C"/>
                </a:solidFill>
                <a:latin typeface="DejaVu Sans"/>
                <a:ea typeface="DejaVu Sans"/>
                <a:cs typeface="DejaVu Sans"/>
              </a:defRPr>
            </a:lvl5pPr>
            <a:lvl6pPr algn="l">
              <a:defRPr sz="3225" b="1">
                <a:solidFill>
                  <a:srgbClr val="142A3C"/>
                </a:solidFill>
                <a:latin typeface="DejaVu Sans"/>
                <a:ea typeface="DejaVu Sans"/>
                <a:cs typeface="DejaVu Sans"/>
              </a:defRPr>
            </a:lvl6pPr>
            <a:lvl7pPr algn="l">
              <a:defRPr sz="3225" b="1">
                <a:solidFill>
                  <a:srgbClr val="142A3C"/>
                </a:solidFill>
                <a:latin typeface="DejaVu Sans"/>
                <a:ea typeface="DejaVu Sans"/>
                <a:cs typeface="DejaVu Sans"/>
              </a:defRPr>
            </a:lvl7pPr>
            <a:lvl8pPr algn="l">
              <a:defRPr sz="3225" b="1">
                <a:solidFill>
                  <a:srgbClr val="142A3C"/>
                </a:solidFill>
                <a:latin typeface="DejaVu Sans"/>
                <a:ea typeface="DejaVu Sans"/>
                <a:cs typeface="DejaVu Sans"/>
              </a:defRPr>
            </a:lvl8pPr>
            <a:lvl9pPr algn="l">
              <a:defRPr sz="3225" b="1">
                <a:solidFill>
                  <a:srgbClr val="142A3C"/>
                </a:solidFill>
                <a:latin typeface="DejaVu Sans"/>
                <a:ea typeface="DejaVu Sans"/>
                <a:cs typeface="DejaVu Sans"/>
              </a:defRPr>
            </a:lvl9pPr>
          </a:lstStyle>
          <a:p xmlns:a="http://schemas.openxmlformats.org/drawingml/2006/main">
            <a:pPr algn="l">
              <a:defRPr sz="3225" b="1">
                <a:solidFill>
                  <a:srgbClr val="142A3C"/>
                </a:solidFill>
                <a:latin typeface="DejaVu Sans"/>
                <a:ea typeface="DejaVu Sans"/>
                <a:cs typeface="DejaVu Sans"/>
              </a:defRPr>
            </a:pPr>
            <a:r>
              <a:rPr sz="3225" b="1">
                <a:solidFill>
                  <a:srgbClr val="142A3C"/>
                </a:solidFill>
                <a:latin typeface="DejaVu Sans"/>
                <a:ea typeface="DejaVu Sans"/>
                <a:cs typeface="DejaVu Sans"/>
              </a:rPr>
              <a:t>Algorithms shape political exposure</a:t>
            </a:r>
          </a:p>
        </p:txBody>
      </p:sp>
      <p:sp>
        <p:nvSpPr>
          <p:cNvPr id="3" name="text-2">
            <a:extLst xmlns:a="http://schemas.openxmlformats.org/drawingml/2006/main">
              <a:ext uri="{FF2B5EF4-FFF2-40B4-BE49-F238E27FC236}">
                <a16:creationId xmlns:a16="http://schemas.microsoft.com/office/drawing/2014/main" id="{EAD7BA04-32BF-447E-8DF2-9C223CBFB6C9}"/>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46570"/>
                </a:solidFill>
                <a:latin typeface="DejaVu Sans"/>
                <a:ea typeface="DejaVu Sans"/>
                <a:cs typeface="DejaVu Sans"/>
              </a:defRPr>
            </a:defPPr>
            <a:lvl1pPr algn="r">
              <a:defRPr sz="1200" b="0">
                <a:solidFill>
                  <a:srgbClr val="546570"/>
                </a:solidFill>
                <a:latin typeface="DejaVu Sans"/>
                <a:ea typeface="DejaVu Sans"/>
                <a:cs typeface="DejaVu Sans"/>
              </a:defRPr>
            </a:lvl1pPr>
            <a:lvl2pPr algn="r">
              <a:defRPr sz="1200" b="0">
                <a:solidFill>
                  <a:srgbClr val="546570"/>
                </a:solidFill>
                <a:latin typeface="DejaVu Sans"/>
                <a:ea typeface="DejaVu Sans"/>
                <a:cs typeface="DejaVu Sans"/>
              </a:defRPr>
            </a:lvl2pPr>
            <a:lvl3pPr algn="r">
              <a:defRPr sz="1200" b="0">
                <a:solidFill>
                  <a:srgbClr val="546570"/>
                </a:solidFill>
                <a:latin typeface="DejaVu Sans"/>
                <a:ea typeface="DejaVu Sans"/>
                <a:cs typeface="DejaVu Sans"/>
              </a:defRPr>
            </a:lvl3pPr>
            <a:lvl4pPr algn="r">
              <a:defRPr sz="1200" b="0">
                <a:solidFill>
                  <a:srgbClr val="546570"/>
                </a:solidFill>
                <a:latin typeface="DejaVu Sans"/>
                <a:ea typeface="DejaVu Sans"/>
                <a:cs typeface="DejaVu Sans"/>
              </a:defRPr>
            </a:lvl4pPr>
            <a:lvl5pPr algn="r">
              <a:defRPr sz="1200" b="0">
                <a:solidFill>
                  <a:srgbClr val="546570"/>
                </a:solidFill>
                <a:latin typeface="DejaVu Sans"/>
                <a:ea typeface="DejaVu Sans"/>
                <a:cs typeface="DejaVu Sans"/>
              </a:defRPr>
            </a:lvl5pPr>
            <a:lvl6pPr algn="r">
              <a:defRPr sz="1200" b="0">
                <a:solidFill>
                  <a:srgbClr val="546570"/>
                </a:solidFill>
                <a:latin typeface="DejaVu Sans"/>
                <a:ea typeface="DejaVu Sans"/>
                <a:cs typeface="DejaVu Sans"/>
              </a:defRPr>
            </a:lvl6pPr>
            <a:lvl7pPr algn="r">
              <a:defRPr sz="1200" b="0">
                <a:solidFill>
                  <a:srgbClr val="546570"/>
                </a:solidFill>
                <a:latin typeface="DejaVu Sans"/>
                <a:ea typeface="DejaVu Sans"/>
                <a:cs typeface="DejaVu Sans"/>
              </a:defRPr>
            </a:lvl7pPr>
            <a:lvl8pPr algn="r">
              <a:defRPr sz="1200" b="0">
                <a:solidFill>
                  <a:srgbClr val="546570"/>
                </a:solidFill>
                <a:latin typeface="DejaVu Sans"/>
                <a:ea typeface="DejaVu Sans"/>
                <a:cs typeface="DejaVu Sans"/>
              </a:defRPr>
            </a:lvl8pPr>
            <a:lvl9pPr algn="r">
              <a:defRPr sz="1200" b="0">
                <a:solidFill>
                  <a:srgbClr val="546570"/>
                </a:solidFill>
                <a:latin typeface="DejaVu Sans"/>
                <a:ea typeface="DejaVu Sans"/>
                <a:cs typeface="DejaVu Sans"/>
              </a:defRPr>
            </a:lvl9pPr>
          </a:lstStyle>
          <a:p xmlns:a="http://schemas.openxmlformats.org/drawingml/2006/main">
            <a:pPr algn="r">
              <a:defRPr sz="1200" b="0">
                <a:solidFill>
                  <a:srgbClr val="546570"/>
                </a:solidFill>
                <a:latin typeface="DejaVu Sans"/>
                <a:ea typeface="DejaVu Sans"/>
                <a:cs typeface="DejaVu Sans"/>
              </a:defRPr>
            </a:pPr>
            <a:r>
              <a:rPr sz="1200" b="0">
                <a:solidFill>
                  <a:srgbClr val="546570"/>
                </a:solidFill>
                <a:latin typeface="DejaVu Sans"/>
                <a:ea typeface="DejaVu Sans"/>
                <a:cs typeface="DejaVu Sans"/>
              </a:rPr>
              <a:t>07</a:t>
            </a:r>
          </a:p>
        </p:txBody>
      </p:sp>
      <p:sp>
        <p:nvSpPr>
          <p:cNvPr id="4" name="text-3">
            <a:extLst xmlns:a="http://schemas.openxmlformats.org/drawingml/2006/main">
              <a:ext uri="{FF2B5EF4-FFF2-40B4-BE49-F238E27FC236}">
                <a16:creationId xmlns:a16="http://schemas.microsoft.com/office/drawing/2014/main" id="{227371D4-F5E1-4E3D-8B38-BAEAD51B85FD}"/>
              </a:ext>
            </a:extLst>
          </p:cNvPr>
          <p:cNvSpPr>
            <a:spLocks xmlns:a="http://schemas.openxmlformats.org/drawingml/2006/main" noGrp="1"/>
          </p:cNvSpPr>
          <p:nvPr/>
        </p:nvSpPr>
        <p:spPr>
          <a:xfrm xmlns:a="http://schemas.openxmlformats.org/drawingml/2006/main">
            <a:off x="609600" y="64008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46570"/>
                </a:solidFill>
                <a:latin typeface="DejaVu Sans"/>
                <a:ea typeface="DejaVu Sans"/>
                <a:cs typeface="DejaVu Sans"/>
              </a:defRPr>
            </a:defPPr>
            <a:lvl1pPr algn="l">
              <a:defRPr sz="1050" b="0">
                <a:solidFill>
                  <a:srgbClr val="546570"/>
                </a:solidFill>
                <a:latin typeface="DejaVu Sans"/>
                <a:ea typeface="DejaVu Sans"/>
                <a:cs typeface="DejaVu Sans"/>
              </a:defRPr>
            </a:lvl1pPr>
            <a:lvl2pPr algn="l">
              <a:defRPr sz="1050" b="0">
                <a:solidFill>
                  <a:srgbClr val="546570"/>
                </a:solidFill>
                <a:latin typeface="DejaVu Sans"/>
                <a:ea typeface="DejaVu Sans"/>
                <a:cs typeface="DejaVu Sans"/>
              </a:defRPr>
            </a:lvl2pPr>
            <a:lvl3pPr algn="l">
              <a:defRPr sz="1050" b="0">
                <a:solidFill>
                  <a:srgbClr val="546570"/>
                </a:solidFill>
                <a:latin typeface="DejaVu Sans"/>
                <a:ea typeface="DejaVu Sans"/>
                <a:cs typeface="DejaVu Sans"/>
              </a:defRPr>
            </a:lvl3pPr>
            <a:lvl4pPr algn="l">
              <a:defRPr sz="1050" b="0">
                <a:solidFill>
                  <a:srgbClr val="546570"/>
                </a:solidFill>
                <a:latin typeface="DejaVu Sans"/>
                <a:ea typeface="DejaVu Sans"/>
                <a:cs typeface="DejaVu Sans"/>
              </a:defRPr>
            </a:lvl4pPr>
            <a:lvl5pPr algn="l">
              <a:defRPr sz="1050" b="0">
                <a:solidFill>
                  <a:srgbClr val="546570"/>
                </a:solidFill>
                <a:latin typeface="DejaVu Sans"/>
                <a:ea typeface="DejaVu Sans"/>
                <a:cs typeface="DejaVu Sans"/>
              </a:defRPr>
            </a:lvl5pPr>
            <a:lvl6pPr algn="l">
              <a:defRPr sz="1050" b="0">
                <a:solidFill>
                  <a:srgbClr val="546570"/>
                </a:solidFill>
                <a:latin typeface="DejaVu Sans"/>
                <a:ea typeface="DejaVu Sans"/>
                <a:cs typeface="DejaVu Sans"/>
              </a:defRPr>
            </a:lvl6pPr>
            <a:lvl7pPr algn="l">
              <a:defRPr sz="1050" b="0">
                <a:solidFill>
                  <a:srgbClr val="546570"/>
                </a:solidFill>
                <a:latin typeface="DejaVu Sans"/>
                <a:ea typeface="DejaVu Sans"/>
                <a:cs typeface="DejaVu Sans"/>
              </a:defRPr>
            </a:lvl7pPr>
            <a:lvl8pPr algn="l">
              <a:defRPr sz="1050" b="0">
                <a:solidFill>
                  <a:srgbClr val="546570"/>
                </a:solidFill>
                <a:latin typeface="DejaVu Sans"/>
                <a:ea typeface="DejaVu Sans"/>
                <a:cs typeface="DejaVu Sans"/>
              </a:defRPr>
            </a:lvl8pPr>
            <a:lvl9pPr algn="l">
              <a:defRPr sz="1050" b="0">
                <a:solidFill>
                  <a:srgbClr val="546570"/>
                </a:solidFill>
                <a:latin typeface="DejaVu Sans"/>
                <a:ea typeface="DejaVu Sans"/>
                <a:cs typeface="DejaVu Sans"/>
              </a:defRPr>
            </a:lvl9pPr>
          </a:lstStyle>
          <a:p xmlns:a="http://schemas.openxmlformats.org/drawingml/2006/main">
            <a:pPr algn="l">
              <a:defRPr sz="1050" b="0">
                <a:solidFill>
                  <a:srgbClr val="546570"/>
                </a:solidFill>
                <a:latin typeface="DejaVu Sans"/>
                <a:ea typeface="DejaVu Sans"/>
                <a:cs typeface="DejaVu Sans"/>
              </a:defRPr>
            </a:pPr>
            <a:r>
              <a:rPr sz="1050" b="0">
                <a:solidFill>
                  <a:srgbClr val="546570"/>
                </a:solidFill>
                <a:latin typeface="DejaVu Sans"/>
                <a:ea typeface="DejaVu Sans"/>
                <a:cs typeface="DejaVu Sans"/>
              </a:rPr>
              <a:t>[8] Guess et al., Science, 2023. [9] Gauthier et al., Nature, 2026. Both studies use experiments.</a:t>
            </a:r>
          </a:p>
        </p:txBody>
      </p:sp>
      <p:sp>
        <p:nvSpPr>
          <p:cNvPr id="5" name="text-4">
            <a:extLst xmlns:a="http://schemas.openxmlformats.org/drawingml/2006/main">
              <a:ext uri="{FF2B5EF4-FFF2-40B4-BE49-F238E27FC236}">
                <a16:creationId xmlns:a16="http://schemas.microsoft.com/office/drawing/2014/main" id="{DE805DF0-5DE3-45A0-8337-11F4ED648ED6}"/>
              </a:ext>
            </a:extLst>
          </p:cNvPr>
          <p:cNvSpPr>
            <a:spLocks xmlns:a="http://schemas.openxmlformats.org/drawingml/2006/main" noGrp="1"/>
          </p:cNvSpPr>
          <p:nvPr/>
        </p:nvSpPr>
        <p:spPr>
          <a:xfrm xmlns:a="http://schemas.openxmlformats.org/drawingml/2006/main">
            <a:off x="609600" y="1752600"/>
            <a:ext cx="10810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142A3C"/>
                </a:solidFill>
                <a:latin typeface="DejaVu Sans"/>
                <a:ea typeface="DejaVu Sans"/>
                <a:cs typeface="DejaVu Sans"/>
              </a:defRPr>
            </a:defPPr>
            <a:lvl1pPr algn="l">
              <a:defRPr sz="2175" b="0">
                <a:solidFill>
                  <a:srgbClr val="142A3C"/>
                </a:solidFill>
                <a:latin typeface="DejaVu Sans"/>
                <a:ea typeface="DejaVu Sans"/>
                <a:cs typeface="DejaVu Sans"/>
              </a:defRPr>
            </a:lvl1pPr>
            <a:lvl2pPr algn="l">
              <a:defRPr sz="2175" b="0">
                <a:solidFill>
                  <a:srgbClr val="142A3C"/>
                </a:solidFill>
                <a:latin typeface="DejaVu Sans"/>
                <a:ea typeface="DejaVu Sans"/>
                <a:cs typeface="DejaVu Sans"/>
              </a:defRPr>
            </a:lvl2pPr>
            <a:lvl3pPr algn="l">
              <a:defRPr sz="2175" b="0">
                <a:solidFill>
                  <a:srgbClr val="142A3C"/>
                </a:solidFill>
                <a:latin typeface="DejaVu Sans"/>
                <a:ea typeface="DejaVu Sans"/>
                <a:cs typeface="DejaVu Sans"/>
              </a:defRPr>
            </a:lvl3pPr>
            <a:lvl4pPr algn="l">
              <a:defRPr sz="2175" b="0">
                <a:solidFill>
                  <a:srgbClr val="142A3C"/>
                </a:solidFill>
                <a:latin typeface="DejaVu Sans"/>
                <a:ea typeface="DejaVu Sans"/>
                <a:cs typeface="DejaVu Sans"/>
              </a:defRPr>
            </a:lvl4pPr>
            <a:lvl5pPr algn="l">
              <a:defRPr sz="2175" b="0">
                <a:solidFill>
                  <a:srgbClr val="142A3C"/>
                </a:solidFill>
                <a:latin typeface="DejaVu Sans"/>
                <a:ea typeface="DejaVu Sans"/>
                <a:cs typeface="DejaVu Sans"/>
              </a:defRPr>
            </a:lvl5pPr>
            <a:lvl6pPr algn="l">
              <a:defRPr sz="2175" b="0">
                <a:solidFill>
                  <a:srgbClr val="142A3C"/>
                </a:solidFill>
                <a:latin typeface="DejaVu Sans"/>
                <a:ea typeface="DejaVu Sans"/>
                <a:cs typeface="DejaVu Sans"/>
              </a:defRPr>
            </a:lvl6pPr>
            <a:lvl7pPr algn="l">
              <a:defRPr sz="2175" b="0">
                <a:solidFill>
                  <a:srgbClr val="142A3C"/>
                </a:solidFill>
                <a:latin typeface="DejaVu Sans"/>
                <a:ea typeface="DejaVu Sans"/>
                <a:cs typeface="DejaVu Sans"/>
              </a:defRPr>
            </a:lvl7pPr>
            <a:lvl8pPr algn="l">
              <a:defRPr sz="2175" b="0">
                <a:solidFill>
                  <a:srgbClr val="142A3C"/>
                </a:solidFill>
                <a:latin typeface="DejaVu Sans"/>
                <a:ea typeface="DejaVu Sans"/>
                <a:cs typeface="DejaVu Sans"/>
              </a:defRPr>
            </a:lvl8pPr>
            <a:lvl9pPr algn="l">
              <a:defRPr sz="2175" b="0">
                <a:solidFill>
                  <a:srgbClr val="142A3C"/>
                </a:solidFill>
                <a:latin typeface="DejaVu Sans"/>
                <a:ea typeface="DejaVu Sans"/>
                <a:cs typeface="DejaVu Sans"/>
              </a:defRPr>
            </a:lvl9pPr>
          </a:lstStyle>
          <a:p xmlns:a="http://schemas.openxmlformats.org/drawingml/2006/main">
            <a:pPr algn="l">
              <a:defRPr sz="2175" b="0">
                <a:solidFill>
                  <a:srgbClr val="142A3C"/>
                </a:solidFill>
                <a:latin typeface="DejaVu Sans"/>
                <a:ea typeface="DejaVu Sans"/>
                <a:cs typeface="DejaVu Sans"/>
              </a:defRPr>
            </a:pPr>
            <a:r>
              <a:rPr sz="2175" b="0">
                <a:solidFill>
                  <a:srgbClr val="142A3C"/>
                </a:solidFill>
                <a:latin typeface="DejaVu Sans"/>
                <a:ea typeface="DejaVu Sans"/>
                <a:cs typeface="DejaVu Sans"/>
              </a:rPr>
              <a:t>Recommender systems rank content against selected objectives. They can change which political messages receive attention.</a:t>
            </a:r>
          </a:p>
        </p:txBody>
      </p:sp>
      <p:graphicFrame>
        <p:nvGraphicFramePr>
          <p:cNvPr id="6" name="">
            <a:extLst xmlns:a="http://schemas.openxmlformats.org/drawingml/2006/main">
              <a:ext uri="{FF2B5EF4-FFF2-40B4-BE49-F238E27FC236}">
                <a16:creationId xmlns:a16="http://schemas.microsoft.com/office/drawing/2014/main" id="{B8AD8C7F-F416-4F02-805E-7B738DA21018}"/>
              </a:ext>
            </a:extLst>
          </p:cNvPr>
          <p:cNvGraphicFramePr/>
          <p:nvPr/>
        </p:nvGraphicFramePr>
        <p:xfrm>
          <a:off xmlns:a="http://schemas.openxmlformats.org/drawingml/2006/main" x="609600" y="2895600"/>
          <a:ext xmlns:a="http://schemas.openxmlformats.org/drawingml/2006/main" cx="10972800" cy="2733675"/>
        </p:xfrm>
        <a:graphic xmlns:a="http://schemas.openxmlformats.org/drawingml/2006/main">
          <a:graphicData uri="http://schemas.openxmlformats.org/drawingml/2006/table">
            <a:tbl>
              <a:tblPr firstRow="0" bandRow="0"/>
              <a:tblGrid>
                <a:gridCol w="2905125"/>
                <a:gridCol w="4143375"/>
                <a:gridCol w="3924300"/>
              </a:tblGrid>
              <a:tr h="495300">
                <a:tc>
                  <a:txBody>
                    <a:bodyPr/>
                    <a:lstStyle/>
                    <a:p>
                      <a:r>
                        <a:rPr sz="1575" b="1">
                          <a:solidFill>
                            <a:srgbClr val="FFFFFF"/>
                          </a:solidFill>
                          <a:latin typeface="DejaVu Sans"/>
                          <a:ea typeface="DejaVu Sans"/>
                          <a:cs typeface="DejaVu Sans"/>
                        </a:rPr>
                        <a:t>Study</a:t>
                      </a:r>
                    </a:p>
                  </a:txBody>
                  <a:tcPr marL="133350" marR="133350" marT="142875" marB="95250" anchor="t">
                    <a:lnL w="6668">
                      <a:solidFill>
                        <a:srgbClr val="D2D8D8"/>
                      </a:solidFill>
                      <a:prstDash val="solid"/>
                    </a:lnL>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c>
                  <a:txBody>
                    <a:bodyPr/>
                    <a:lstStyle/>
                    <a:p>
                      <a:r>
                        <a:rPr sz="1575" b="1">
                          <a:solidFill>
                            <a:srgbClr val="FFFFFF"/>
                          </a:solidFill>
                          <a:latin typeface="DejaVu Sans"/>
                          <a:ea typeface="DejaVu Sans"/>
                          <a:cs typeface="DejaVu Sans"/>
                        </a:rPr>
                        <a:t>Finding</a:t>
                      </a:r>
                    </a:p>
                  </a:txBody>
                  <a:tcPr marL="133350" marR="133350" marT="142875" marB="95250" anchor="t">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c>
                  <a:txBody>
                    <a:bodyPr/>
                    <a:lstStyle/>
                    <a:p>
                      <a:r>
                        <a:rPr sz="1575" b="1">
                          <a:solidFill>
                            <a:srgbClr val="FFFFFF"/>
                          </a:solidFill>
                          <a:latin typeface="DejaVu Sans"/>
                          <a:ea typeface="DejaVu Sans"/>
                          <a:cs typeface="DejaVu Sans"/>
                        </a:rPr>
                        <a:t>What we can conclude</a:t>
                      </a:r>
                    </a:p>
                  </a:txBody>
                  <a:tcPr marL="133350" marR="133350" marT="142875" marB="95250" anchor="t">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r>
              <a:tr h="1119188">
                <a:tc>
                  <a:txBody>
                    <a:bodyPr/>
                    <a:lstStyle/>
                    <a:p>
                      <a:r>
                        <a:rPr sz="1725">
                          <a:solidFill>
                            <a:srgbClr val="142A3C"/>
                          </a:solidFill>
                          <a:latin typeface="DejaVu Sans"/>
                          <a:ea typeface="DejaVu Sans"/>
                          <a:cs typeface="DejaVu Sans"/>
                        </a:rPr>
                        <a:t>Facebook / Instagram</a:t>
                      </a:r>
                    </a:p>
                    <a:p>
                      <a:r>
                        <a:rPr sz="1725">
                          <a:solidFill>
                            <a:srgbClr val="142A3C"/>
                          </a:solidFill>
                          <a:latin typeface="DejaVu Sans"/>
                          <a:ea typeface="DejaVu Sans"/>
                          <a:cs typeface="DejaVu Sans"/>
                        </a:rPr>
                        <a:t>2020 election, published 2023</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A chronological feed changed exposure, without a detectable change in polarisation.</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Exposure and attitude change are different outcomes.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r h="1119188">
                <a:tc>
                  <a:txBody>
                    <a:bodyPr/>
                    <a:lstStyle/>
                    <a:p>
                      <a:r>
                        <a:rPr sz="1725">
                          <a:solidFill>
                            <a:srgbClr val="142A3C"/>
                          </a:solidFill>
                          <a:latin typeface="DejaVu Sans"/>
                          <a:ea typeface="DejaVu Sans"/>
                          <a:cs typeface="DejaVu Sans"/>
                        </a:rPr>
                        <a:t>X</a:t>
                      </a:r>
                    </a:p>
                    <a:p>
                      <a:r>
                        <a:rPr sz="1725">
                          <a:solidFill>
                            <a:srgbClr val="142A3C"/>
                          </a:solidFill>
                          <a:latin typeface="DejaVu Sans"/>
                          <a:ea typeface="DejaVu Sans"/>
                          <a:cs typeface="DejaVu Sans"/>
                        </a:rPr>
                        <a:t>2023 experiment, published 2026</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Switching the algorithm on shifted some political attitudes in a conservative direction.</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Effects depend on the platform, period and outcome measured.</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bl>
          </a:graphicData>
        </a:graphic>
      </p:graphicFrame>
      <p:sp>
        <p:nvSpPr>
          <p:cNvPr id="7" name="text-5">
            <a:extLst xmlns:a="http://schemas.openxmlformats.org/drawingml/2006/main">
              <a:ext uri="{FF2B5EF4-FFF2-40B4-BE49-F238E27FC236}">
                <a16:creationId xmlns:a16="http://schemas.microsoft.com/office/drawing/2014/main" id="{BFCD1C59-1526-4EB5-BEA1-4938CE456585}"/>
              </a:ext>
            </a:extLst>
          </p:cNvPr>
          <p:cNvSpPr>
            <a:spLocks xmlns:a="http://schemas.openxmlformats.org/drawingml/2006/main" noGrp="1"/>
          </p:cNvSpPr>
          <p:nvPr/>
        </p:nvSpPr>
        <p:spPr>
          <a:xfrm xmlns:a="http://schemas.openxmlformats.org/drawingml/2006/main">
            <a:off x="609600" y="58102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94838"/>
                </a:solidFill>
                <a:latin typeface="DejaVu Sans"/>
                <a:ea typeface="DejaVu Sans"/>
                <a:cs typeface="DejaVu Sans"/>
              </a:defRPr>
            </a:defPPr>
            <a:lvl1pPr algn="l">
              <a:defRPr sz="1650" b="1">
                <a:solidFill>
                  <a:srgbClr val="B94838"/>
                </a:solidFill>
                <a:latin typeface="DejaVu Sans"/>
                <a:ea typeface="DejaVu Sans"/>
                <a:cs typeface="DejaVu Sans"/>
              </a:defRPr>
            </a:lvl1pPr>
            <a:lvl2pPr algn="l">
              <a:defRPr sz="1650" b="1">
                <a:solidFill>
                  <a:srgbClr val="B94838"/>
                </a:solidFill>
                <a:latin typeface="DejaVu Sans"/>
                <a:ea typeface="DejaVu Sans"/>
                <a:cs typeface="DejaVu Sans"/>
              </a:defRPr>
            </a:lvl2pPr>
            <a:lvl3pPr algn="l">
              <a:defRPr sz="1650" b="1">
                <a:solidFill>
                  <a:srgbClr val="B94838"/>
                </a:solidFill>
                <a:latin typeface="DejaVu Sans"/>
                <a:ea typeface="DejaVu Sans"/>
                <a:cs typeface="DejaVu Sans"/>
              </a:defRPr>
            </a:lvl3pPr>
            <a:lvl4pPr algn="l">
              <a:defRPr sz="1650" b="1">
                <a:solidFill>
                  <a:srgbClr val="B94838"/>
                </a:solidFill>
                <a:latin typeface="DejaVu Sans"/>
                <a:ea typeface="DejaVu Sans"/>
                <a:cs typeface="DejaVu Sans"/>
              </a:defRPr>
            </a:lvl4pPr>
            <a:lvl5pPr algn="l">
              <a:defRPr sz="1650" b="1">
                <a:solidFill>
                  <a:srgbClr val="B94838"/>
                </a:solidFill>
                <a:latin typeface="DejaVu Sans"/>
                <a:ea typeface="DejaVu Sans"/>
                <a:cs typeface="DejaVu Sans"/>
              </a:defRPr>
            </a:lvl5pPr>
            <a:lvl6pPr algn="l">
              <a:defRPr sz="1650" b="1">
                <a:solidFill>
                  <a:srgbClr val="B94838"/>
                </a:solidFill>
                <a:latin typeface="DejaVu Sans"/>
                <a:ea typeface="DejaVu Sans"/>
                <a:cs typeface="DejaVu Sans"/>
              </a:defRPr>
            </a:lvl6pPr>
            <a:lvl7pPr algn="l">
              <a:defRPr sz="1650" b="1">
                <a:solidFill>
                  <a:srgbClr val="B94838"/>
                </a:solidFill>
                <a:latin typeface="DejaVu Sans"/>
                <a:ea typeface="DejaVu Sans"/>
                <a:cs typeface="DejaVu Sans"/>
              </a:defRPr>
            </a:lvl7pPr>
            <a:lvl8pPr algn="l">
              <a:defRPr sz="1650" b="1">
                <a:solidFill>
                  <a:srgbClr val="B94838"/>
                </a:solidFill>
                <a:latin typeface="DejaVu Sans"/>
                <a:ea typeface="DejaVu Sans"/>
                <a:cs typeface="DejaVu Sans"/>
              </a:defRPr>
            </a:lvl8pPr>
            <a:lvl9pPr algn="l">
              <a:defRPr sz="1650" b="1">
                <a:solidFill>
                  <a:srgbClr val="B94838"/>
                </a:solidFill>
                <a:latin typeface="DejaVu Sans"/>
                <a:ea typeface="DejaVu Sans"/>
                <a:cs typeface="DejaVu Sans"/>
              </a:defRPr>
            </a:lvl9pPr>
          </a:lstStyle>
          <a:p xmlns:a="http://schemas.openxmlformats.org/drawingml/2006/main">
            <a:pPr algn="l">
              <a:defRPr sz="1650" b="1">
                <a:solidFill>
                  <a:srgbClr val="B94838"/>
                </a:solidFill>
                <a:latin typeface="DejaVu Sans"/>
                <a:ea typeface="DejaVu Sans"/>
                <a:cs typeface="DejaVu Sans"/>
              </a:defRPr>
            </a:pPr>
            <a:r>
              <a:rPr sz="1650" b="1">
                <a:solidFill>
                  <a:srgbClr val="B94838"/>
                </a:solidFill>
                <a:latin typeface="DejaVu Sans"/>
                <a:ea typeface="DejaVu Sans"/>
                <a:cs typeface="DejaVu Sans"/>
              </a:rPr>
              <a:t>Political bias and factual falsity are different questions. Distribution alone does not establish an election effect.</a:t>
            </a:r>
          </a:p>
        </p:txBody>
      </p:sp>
    </p:spTree>
    <p:extLst>
      <p:ext uri="{BB962C8B-B14F-4D97-AF65-F5344CB8AC3E}">
        <p14:creationId xmlns:p14="http://schemas.microsoft.com/office/powerpoint/2010/main" val="1565791587"/>
      </p:ext>
    </p:extLst>
  </p:cSld>
</p:sld>
</file>

<file path=ppt/slides/slide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1B58EAE-F9F2-42B0-90C0-D16AC6D4F17E}"/>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3786E"/>
                </a:solidFill>
                <a:latin typeface="DejaVu Sans"/>
                <a:ea typeface="DejaVu Sans"/>
                <a:cs typeface="DejaVu Sans"/>
              </a:defRPr>
            </a:defPPr>
            <a:lvl1pPr algn="l">
              <a:defRPr sz="1200" b="1">
                <a:solidFill>
                  <a:srgbClr val="13786E"/>
                </a:solidFill>
                <a:latin typeface="DejaVu Sans"/>
                <a:ea typeface="DejaVu Sans"/>
                <a:cs typeface="DejaVu Sans"/>
              </a:defRPr>
            </a:lvl1pPr>
            <a:lvl2pPr algn="l">
              <a:defRPr sz="1200" b="1">
                <a:solidFill>
                  <a:srgbClr val="13786E"/>
                </a:solidFill>
                <a:latin typeface="DejaVu Sans"/>
                <a:ea typeface="DejaVu Sans"/>
                <a:cs typeface="DejaVu Sans"/>
              </a:defRPr>
            </a:lvl2pPr>
            <a:lvl3pPr algn="l">
              <a:defRPr sz="1200" b="1">
                <a:solidFill>
                  <a:srgbClr val="13786E"/>
                </a:solidFill>
                <a:latin typeface="DejaVu Sans"/>
                <a:ea typeface="DejaVu Sans"/>
                <a:cs typeface="DejaVu Sans"/>
              </a:defRPr>
            </a:lvl3pPr>
            <a:lvl4pPr algn="l">
              <a:defRPr sz="1200" b="1">
                <a:solidFill>
                  <a:srgbClr val="13786E"/>
                </a:solidFill>
                <a:latin typeface="DejaVu Sans"/>
                <a:ea typeface="DejaVu Sans"/>
                <a:cs typeface="DejaVu Sans"/>
              </a:defRPr>
            </a:lvl4pPr>
            <a:lvl5pPr algn="l">
              <a:defRPr sz="1200" b="1">
                <a:solidFill>
                  <a:srgbClr val="13786E"/>
                </a:solidFill>
                <a:latin typeface="DejaVu Sans"/>
                <a:ea typeface="DejaVu Sans"/>
                <a:cs typeface="DejaVu Sans"/>
              </a:defRPr>
            </a:lvl5pPr>
            <a:lvl6pPr algn="l">
              <a:defRPr sz="1200" b="1">
                <a:solidFill>
                  <a:srgbClr val="13786E"/>
                </a:solidFill>
                <a:latin typeface="DejaVu Sans"/>
                <a:ea typeface="DejaVu Sans"/>
                <a:cs typeface="DejaVu Sans"/>
              </a:defRPr>
            </a:lvl6pPr>
            <a:lvl7pPr algn="l">
              <a:defRPr sz="1200" b="1">
                <a:solidFill>
                  <a:srgbClr val="13786E"/>
                </a:solidFill>
                <a:latin typeface="DejaVu Sans"/>
                <a:ea typeface="DejaVu Sans"/>
                <a:cs typeface="DejaVu Sans"/>
              </a:defRPr>
            </a:lvl7pPr>
            <a:lvl8pPr algn="l">
              <a:defRPr sz="1200" b="1">
                <a:solidFill>
                  <a:srgbClr val="13786E"/>
                </a:solidFill>
                <a:latin typeface="DejaVu Sans"/>
                <a:ea typeface="DejaVu Sans"/>
                <a:cs typeface="DejaVu Sans"/>
              </a:defRPr>
            </a:lvl8pPr>
            <a:lvl9pPr algn="l">
              <a:defRPr sz="1200" b="1">
                <a:solidFill>
                  <a:srgbClr val="13786E"/>
                </a:solidFill>
                <a:latin typeface="DejaVu Sans"/>
                <a:ea typeface="DejaVu Sans"/>
                <a:cs typeface="DejaVu Sans"/>
              </a:defRPr>
            </a:lvl9pPr>
          </a:lstStyle>
          <a:p xmlns:a="http://schemas.openxmlformats.org/drawingml/2006/main">
            <a:pPr algn="l">
              <a:defRPr sz="1200" b="1">
                <a:solidFill>
                  <a:srgbClr val="13786E"/>
                </a:solidFill>
                <a:latin typeface="DejaVu Sans"/>
                <a:ea typeface="DejaVu Sans"/>
                <a:cs typeface="DejaVu Sans"/>
              </a:defRPr>
            </a:pPr>
            <a:r>
              <a:rPr sz="1200" b="1">
                <a:solidFill>
                  <a:srgbClr val="13786E"/>
                </a:solidFill>
                <a:latin typeface="DejaVu Sans"/>
                <a:ea typeface="DejaVu Sans"/>
                <a:cs typeface="DejaVu Sans"/>
              </a:rPr>
              <a:t>APPLYING FIGURE 4.1</a:t>
            </a:r>
          </a:p>
        </p:txBody>
      </p:sp>
      <p:sp>
        <p:nvSpPr>
          <p:cNvPr id="2" name="slide-title">
            <a:extLst xmlns:a="http://schemas.openxmlformats.org/drawingml/2006/main">
              <a:ext uri="{FF2B5EF4-FFF2-40B4-BE49-F238E27FC236}">
                <a16:creationId xmlns:a16="http://schemas.microsoft.com/office/drawing/2014/main" id="{B6E06C6E-1038-409B-90BE-2A9B39C410B2}"/>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A3C"/>
                </a:solidFill>
                <a:latin typeface="DejaVu Sans"/>
                <a:ea typeface="DejaVu Sans"/>
                <a:cs typeface="DejaVu Sans"/>
              </a:defRPr>
            </a:defPPr>
            <a:lvl1pPr algn="l">
              <a:defRPr sz="3225" b="1">
                <a:solidFill>
                  <a:srgbClr val="142A3C"/>
                </a:solidFill>
                <a:latin typeface="DejaVu Sans"/>
                <a:ea typeface="DejaVu Sans"/>
                <a:cs typeface="DejaVu Sans"/>
              </a:defRPr>
            </a:lvl1pPr>
            <a:lvl2pPr algn="l">
              <a:defRPr sz="3225" b="1">
                <a:solidFill>
                  <a:srgbClr val="142A3C"/>
                </a:solidFill>
                <a:latin typeface="DejaVu Sans"/>
                <a:ea typeface="DejaVu Sans"/>
                <a:cs typeface="DejaVu Sans"/>
              </a:defRPr>
            </a:lvl2pPr>
            <a:lvl3pPr algn="l">
              <a:defRPr sz="3225" b="1">
                <a:solidFill>
                  <a:srgbClr val="142A3C"/>
                </a:solidFill>
                <a:latin typeface="DejaVu Sans"/>
                <a:ea typeface="DejaVu Sans"/>
                <a:cs typeface="DejaVu Sans"/>
              </a:defRPr>
            </a:lvl3pPr>
            <a:lvl4pPr algn="l">
              <a:defRPr sz="3225" b="1">
                <a:solidFill>
                  <a:srgbClr val="142A3C"/>
                </a:solidFill>
                <a:latin typeface="DejaVu Sans"/>
                <a:ea typeface="DejaVu Sans"/>
                <a:cs typeface="DejaVu Sans"/>
              </a:defRPr>
            </a:lvl4pPr>
            <a:lvl5pPr algn="l">
              <a:defRPr sz="3225" b="1">
                <a:solidFill>
                  <a:srgbClr val="142A3C"/>
                </a:solidFill>
                <a:latin typeface="DejaVu Sans"/>
                <a:ea typeface="DejaVu Sans"/>
                <a:cs typeface="DejaVu Sans"/>
              </a:defRPr>
            </a:lvl5pPr>
            <a:lvl6pPr algn="l">
              <a:defRPr sz="3225" b="1">
                <a:solidFill>
                  <a:srgbClr val="142A3C"/>
                </a:solidFill>
                <a:latin typeface="DejaVu Sans"/>
                <a:ea typeface="DejaVu Sans"/>
                <a:cs typeface="DejaVu Sans"/>
              </a:defRPr>
            </a:lvl6pPr>
            <a:lvl7pPr algn="l">
              <a:defRPr sz="3225" b="1">
                <a:solidFill>
                  <a:srgbClr val="142A3C"/>
                </a:solidFill>
                <a:latin typeface="DejaVu Sans"/>
                <a:ea typeface="DejaVu Sans"/>
                <a:cs typeface="DejaVu Sans"/>
              </a:defRPr>
            </a:lvl7pPr>
            <a:lvl8pPr algn="l">
              <a:defRPr sz="3225" b="1">
                <a:solidFill>
                  <a:srgbClr val="142A3C"/>
                </a:solidFill>
                <a:latin typeface="DejaVu Sans"/>
                <a:ea typeface="DejaVu Sans"/>
                <a:cs typeface="DejaVu Sans"/>
              </a:defRPr>
            </a:lvl8pPr>
            <a:lvl9pPr algn="l">
              <a:defRPr sz="3225" b="1">
                <a:solidFill>
                  <a:srgbClr val="142A3C"/>
                </a:solidFill>
                <a:latin typeface="DejaVu Sans"/>
                <a:ea typeface="DejaVu Sans"/>
                <a:cs typeface="DejaVu Sans"/>
              </a:defRPr>
            </a:lvl9pPr>
          </a:lstStyle>
          <a:p xmlns:a="http://schemas.openxmlformats.org/drawingml/2006/main">
            <a:pPr algn="l">
              <a:defRPr sz="3225" b="1">
                <a:solidFill>
                  <a:srgbClr val="142A3C"/>
                </a:solidFill>
                <a:latin typeface="DejaVu Sans"/>
                <a:ea typeface="DejaVu Sans"/>
                <a:cs typeface="DejaVu Sans"/>
              </a:defRPr>
            </a:pPr>
            <a:r>
              <a:rPr sz="3225" b="1">
                <a:solidFill>
                  <a:srgbClr val="142A3C"/>
                </a:solidFill>
                <a:latin typeface="DejaVu Sans"/>
                <a:ea typeface="DejaVu Sans"/>
                <a:cs typeface="DejaVu Sans"/>
              </a:rPr>
              <a:t>Analysis across the model’s three levels</a:t>
            </a:r>
          </a:p>
        </p:txBody>
      </p:sp>
      <p:sp>
        <p:nvSpPr>
          <p:cNvPr id="3" name="text-2">
            <a:extLst xmlns:a="http://schemas.openxmlformats.org/drawingml/2006/main">
              <a:ext uri="{FF2B5EF4-FFF2-40B4-BE49-F238E27FC236}">
                <a16:creationId xmlns:a16="http://schemas.microsoft.com/office/drawing/2014/main" id="{7E8BDD10-1F4D-4FF3-A45E-A84A45C1D1F8}"/>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46570"/>
                </a:solidFill>
                <a:latin typeface="DejaVu Sans"/>
                <a:ea typeface="DejaVu Sans"/>
                <a:cs typeface="DejaVu Sans"/>
              </a:defRPr>
            </a:defPPr>
            <a:lvl1pPr algn="r">
              <a:defRPr sz="1200" b="0">
                <a:solidFill>
                  <a:srgbClr val="546570"/>
                </a:solidFill>
                <a:latin typeface="DejaVu Sans"/>
                <a:ea typeface="DejaVu Sans"/>
                <a:cs typeface="DejaVu Sans"/>
              </a:defRPr>
            </a:lvl1pPr>
            <a:lvl2pPr algn="r">
              <a:defRPr sz="1200" b="0">
                <a:solidFill>
                  <a:srgbClr val="546570"/>
                </a:solidFill>
                <a:latin typeface="DejaVu Sans"/>
                <a:ea typeface="DejaVu Sans"/>
                <a:cs typeface="DejaVu Sans"/>
              </a:defRPr>
            </a:lvl2pPr>
            <a:lvl3pPr algn="r">
              <a:defRPr sz="1200" b="0">
                <a:solidFill>
                  <a:srgbClr val="546570"/>
                </a:solidFill>
                <a:latin typeface="DejaVu Sans"/>
                <a:ea typeface="DejaVu Sans"/>
                <a:cs typeface="DejaVu Sans"/>
              </a:defRPr>
            </a:lvl3pPr>
            <a:lvl4pPr algn="r">
              <a:defRPr sz="1200" b="0">
                <a:solidFill>
                  <a:srgbClr val="546570"/>
                </a:solidFill>
                <a:latin typeface="DejaVu Sans"/>
                <a:ea typeface="DejaVu Sans"/>
                <a:cs typeface="DejaVu Sans"/>
              </a:defRPr>
            </a:lvl4pPr>
            <a:lvl5pPr algn="r">
              <a:defRPr sz="1200" b="0">
                <a:solidFill>
                  <a:srgbClr val="546570"/>
                </a:solidFill>
                <a:latin typeface="DejaVu Sans"/>
                <a:ea typeface="DejaVu Sans"/>
                <a:cs typeface="DejaVu Sans"/>
              </a:defRPr>
            </a:lvl5pPr>
            <a:lvl6pPr algn="r">
              <a:defRPr sz="1200" b="0">
                <a:solidFill>
                  <a:srgbClr val="546570"/>
                </a:solidFill>
                <a:latin typeface="DejaVu Sans"/>
                <a:ea typeface="DejaVu Sans"/>
                <a:cs typeface="DejaVu Sans"/>
              </a:defRPr>
            </a:lvl6pPr>
            <a:lvl7pPr algn="r">
              <a:defRPr sz="1200" b="0">
                <a:solidFill>
                  <a:srgbClr val="546570"/>
                </a:solidFill>
                <a:latin typeface="DejaVu Sans"/>
                <a:ea typeface="DejaVu Sans"/>
                <a:cs typeface="DejaVu Sans"/>
              </a:defRPr>
            </a:lvl7pPr>
            <a:lvl8pPr algn="r">
              <a:defRPr sz="1200" b="0">
                <a:solidFill>
                  <a:srgbClr val="546570"/>
                </a:solidFill>
                <a:latin typeface="DejaVu Sans"/>
                <a:ea typeface="DejaVu Sans"/>
                <a:cs typeface="DejaVu Sans"/>
              </a:defRPr>
            </a:lvl8pPr>
            <a:lvl9pPr algn="r">
              <a:defRPr sz="1200" b="0">
                <a:solidFill>
                  <a:srgbClr val="546570"/>
                </a:solidFill>
                <a:latin typeface="DejaVu Sans"/>
                <a:ea typeface="DejaVu Sans"/>
                <a:cs typeface="DejaVu Sans"/>
              </a:defRPr>
            </a:lvl9pPr>
          </a:lstStyle>
          <a:p xmlns:a="http://schemas.openxmlformats.org/drawingml/2006/main">
            <a:pPr algn="r">
              <a:defRPr sz="1200" b="0">
                <a:solidFill>
                  <a:srgbClr val="546570"/>
                </a:solidFill>
                <a:latin typeface="DejaVu Sans"/>
                <a:ea typeface="DejaVu Sans"/>
                <a:cs typeface="DejaVu Sans"/>
              </a:defRPr>
            </a:pPr>
            <a:r>
              <a:rPr sz="1200" b="0">
                <a:solidFill>
                  <a:srgbClr val="546570"/>
                </a:solidFill>
                <a:latin typeface="DejaVu Sans"/>
                <a:ea typeface="DejaVu Sans"/>
                <a:cs typeface="DejaVu Sans"/>
              </a:rPr>
              <a:t>08</a:t>
            </a:r>
          </a:p>
        </p:txBody>
      </p:sp>
      <p:sp>
        <p:nvSpPr>
          <p:cNvPr id="4" name="text-3">
            <a:extLst xmlns:a="http://schemas.openxmlformats.org/drawingml/2006/main">
              <a:ext uri="{FF2B5EF4-FFF2-40B4-BE49-F238E27FC236}">
                <a16:creationId xmlns:a16="http://schemas.microsoft.com/office/drawing/2014/main" id="{B68FE5A2-44FE-49EE-818D-7CF414E9E2F8}"/>
              </a:ext>
            </a:extLst>
          </p:cNvPr>
          <p:cNvSpPr>
            <a:spLocks xmlns:a="http://schemas.openxmlformats.org/drawingml/2006/main" noGrp="1"/>
          </p:cNvSpPr>
          <p:nvPr/>
        </p:nvSpPr>
        <p:spPr>
          <a:xfrm xmlns:a="http://schemas.openxmlformats.org/drawingml/2006/main">
            <a:off x="609600" y="64008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46570"/>
                </a:solidFill>
                <a:latin typeface="DejaVu Sans"/>
                <a:ea typeface="DejaVu Sans"/>
                <a:cs typeface="DejaVu Sans"/>
              </a:defRPr>
            </a:defPPr>
            <a:lvl1pPr algn="l">
              <a:defRPr sz="1050" b="0">
                <a:solidFill>
                  <a:srgbClr val="546570"/>
                </a:solidFill>
                <a:latin typeface="DejaVu Sans"/>
                <a:ea typeface="DejaVu Sans"/>
                <a:cs typeface="DejaVu Sans"/>
              </a:defRPr>
            </a:lvl1pPr>
            <a:lvl2pPr algn="l">
              <a:defRPr sz="1050" b="0">
                <a:solidFill>
                  <a:srgbClr val="546570"/>
                </a:solidFill>
                <a:latin typeface="DejaVu Sans"/>
                <a:ea typeface="DejaVu Sans"/>
                <a:cs typeface="DejaVu Sans"/>
              </a:defRPr>
            </a:lvl2pPr>
            <a:lvl3pPr algn="l">
              <a:defRPr sz="1050" b="0">
                <a:solidFill>
                  <a:srgbClr val="546570"/>
                </a:solidFill>
                <a:latin typeface="DejaVu Sans"/>
                <a:ea typeface="DejaVu Sans"/>
                <a:cs typeface="DejaVu Sans"/>
              </a:defRPr>
            </a:lvl3pPr>
            <a:lvl4pPr algn="l">
              <a:defRPr sz="1050" b="0">
                <a:solidFill>
                  <a:srgbClr val="546570"/>
                </a:solidFill>
                <a:latin typeface="DejaVu Sans"/>
                <a:ea typeface="DejaVu Sans"/>
                <a:cs typeface="DejaVu Sans"/>
              </a:defRPr>
            </a:lvl4pPr>
            <a:lvl5pPr algn="l">
              <a:defRPr sz="1050" b="0">
                <a:solidFill>
                  <a:srgbClr val="546570"/>
                </a:solidFill>
                <a:latin typeface="DejaVu Sans"/>
                <a:ea typeface="DejaVu Sans"/>
                <a:cs typeface="DejaVu Sans"/>
              </a:defRPr>
            </a:lvl5pPr>
            <a:lvl6pPr algn="l">
              <a:defRPr sz="1050" b="0">
                <a:solidFill>
                  <a:srgbClr val="546570"/>
                </a:solidFill>
                <a:latin typeface="DejaVu Sans"/>
                <a:ea typeface="DejaVu Sans"/>
                <a:cs typeface="DejaVu Sans"/>
              </a:defRPr>
            </a:lvl6pPr>
            <a:lvl7pPr algn="l">
              <a:defRPr sz="1050" b="0">
                <a:solidFill>
                  <a:srgbClr val="546570"/>
                </a:solidFill>
                <a:latin typeface="DejaVu Sans"/>
                <a:ea typeface="DejaVu Sans"/>
                <a:cs typeface="DejaVu Sans"/>
              </a:defRPr>
            </a:lvl7pPr>
            <a:lvl8pPr algn="l">
              <a:defRPr sz="1050" b="0">
                <a:solidFill>
                  <a:srgbClr val="546570"/>
                </a:solidFill>
                <a:latin typeface="DejaVu Sans"/>
                <a:ea typeface="DejaVu Sans"/>
                <a:cs typeface="DejaVu Sans"/>
              </a:defRPr>
            </a:lvl8pPr>
            <a:lvl9pPr algn="l">
              <a:defRPr sz="1050" b="0">
                <a:solidFill>
                  <a:srgbClr val="546570"/>
                </a:solidFill>
                <a:latin typeface="DejaVu Sans"/>
                <a:ea typeface="DejaVu Sans"/>
                <a:cs typeface="DejaVu Sans"/>
              </a:defRPr>
            </a:lvl9pPr>
          </a:lstStyle>
          <a:p xmlns:a="http://schemas.openxmlformats.org/drawingml/2006/main">
            <a:pPr algn="l">
              <a:defRPr sz="1050" b="0">
                <a:solidFill>
                  <a:srgbClr val="546570"/>
                </a:solidFill>
                <a:latin typeface="DejaVu Sans"/>
                <a:ea typeface="DejaVu Sans"/>
                <a:cs typeface="DejaVu Sans"/>
              </a:defRPr>
            </a:pPr>
            <a:r>
              <a:rPr sz="1050" b="0">
                <a:solidFill>
                  <a:srgbClr val="546570"/>
                </a:solidFill>
                <a:latin typeface="DejaVu Sans"/>
                <a:ea typeface="DejaVu Sans"/>
                <a:cs typeface="DejaVu Sans"/>
              </a:rPr>
              <a:t>[1] Laudon &amp; Laudon, Figure 4.1. Our analysis draws on the case sources [3-7].</a:t>
            </a:r>
          </a:p>
        </p:txBody>
      </p:sp>
      <p:graphicFrame>
        <p:nvGraphicFramePr>
          <p:cNvPr id="5" name="">
            <a:extLst xmlns:a="http://schemas.openxmlformats.org/drawingml/2006/main">
              <a:ext uri="{FF2B5EF4-FFF2-40B4-BE49-F238E27FC236}">
                <a16:creationId xmlns:a16="http://schemas.microsoft.com/office/drawing/2014/main" id="{EDAAEA67-2EA3-46AE-95A0-537327010AA4}"/>
              </a:ext>
            </a:extLst>
          </p:cNvPr>
          <p:cNvGraphicFramePr/>
          <p:nvPr/>
        </p:nvGraphicFramePr>
        <p:xfrm>
          <a:off xmlns:a="http://schemas.openxmlformats.org/drawingml/2006/main" x="609600" y="1800225"/>
          <a:ext xmlns:a="http://schemas.openxmlformats.org/drawingml/2006/main" cx="10972800" cy="3714750"/>
        </p:xfrm>
        <a:graphic xmlns:a="http://schemas.openxmlformats.org/drawingml/2006/main">
          <a:graphicData uri="http://schemas.openxmlformats.org/drawingml/2006/table">
            <a:tbl>
              <a:tblPr firstRow="0" bandRow="0"/>
              <a:tblGrid>
                <a:gridCol w="1638300"/>
                <a:gridCol w="2924175"/>
                <a:gridCol w="2924175"/>
                <a:gridCol w="3486150"/>
              </a:tblGrid>
              <a:tr h="542925">
                <a:tc>
                  <a:txBody>
                    <a:bodyPr/>
                    <a:lstStyle/>
                    <a:p>
                      <a:r>
                        <a:rPr sz="1575" b="1">
                          <a:solidFill>
                            <a:srgbClr val="FFFFFF"/>
                          </a:solidFill>
                          <a:latin typeface="DejaVu Sans"/>
                          <a:ea typeface="DejaVu Sans"/>
                          <a:cs typeface="DejaVu Sans"/>
                        </a:rPr>
                        <a:t>Case</a:t>
                      </a:r>
                    </a:p>
                  </a:txBody>
                  <a:tcPr marL="133350" marR="133350" marT="142875" marB="95250" anchor="t">
                    <a:lnL w="6668">
                      <a:solidFill>
                        <a:srgbClr val="D2D8D8"/>
                      </a:solidFill>
                      <a:prstDash val="solid"/>
                    </a:lnL>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c>
                  <a:txBody>
                    <a:bodyPr/>
                    <a:lstStyle/>
                    <a:p>
                      <a:r>
                        <a:rPr sz="1575" b="1">
                          <a:solidFill>
                            <a:srgbClr val="FFFFFF"/>
                          </a:solidFill>
                          <a:latin typeface="DejaVu Sans"/>
                          <a:ea typeface="DejaVu Sans"/>
                          <a:cs typeface="DejaVu Sans"/>
                        </a:rPr>
                        <a:t>Individual</a:t>
                      </a:r>
                    </a:p>
                  </a:txBody>
                  <a:tcPr marL="133350" marR="133350" marT="142875" marB="95250" anchor="t">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c>
                  <a:txBody>
                    <a:bodyPr/>
                    <a:lstStyle/>
                    <a:p>
                      <a:r>
                        <a:rPr sz="1575" b="1">
                          <a:solidFill>
                            <a:srgbClr val="FFFFFF"/>
                          </a:solidFill>
                          <a:latin typeface="DejaVu Sans"/>
                          <a:ea typeface="DejaVu Sans"/>
                          <a:cs typeface="DejaVu Sans"/>
                        </a:rPr>
                        <a:t>Societal</a:t>
                      </a:r>
                    </a:p>
                  </a:txBody>
                  <a:tcPr marL="133350" marR="133350" marT="142875" marB="95250" anchor="t">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c>
                  <a:txBody>
                    <a:bodyPr/>
                    <a:lstStyle/>
                    <a:p>
                      <a:r>
                        <a:rPr sz="1575" b="1">
                          <a:solidFill>
                            <a:srgbClr val="FFFFFF"/>
                          </a:solidFill>
                          <a:latin typeface="DejaVu Sans"/>
                          <a:ea typeface="DejaVu Sans"/>
                          <a:cs typeface="DejaVu Sans"/>
                        </a:rPr>
                        <a:t>Political and policy</a:t>
                      </a:r>
                    </a:p>
                  </a:txBody>
                  <a:tcPr marL="133350" marR="133350" marT="142875" marB="95250" anchor="t">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r>
              <a:tr h="1057275">
                <a:tc>
                  <a:txBody>
                    <a:bodyPr/>
                    <a:lstStyle/>
                    <a:p>
                      <a:r>
                        <a:rPr sz="1725">
                          <a:solidFill>
                            <a:srgbClr val="142A3C"/>
                          </a:solidFill>
                          <a:latin typeface="DejaVu Sans"/>
                          <a:ea typeface="DejaVu Sans"/>
                          <a:cs typeface="DejaVu Sans"/>
                        </a:rPr>
                        <a:t>Biden calls</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Voter autonomy and Biden’s identity.</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Risk to participation and trust in elections.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Caller identification and enforcement of election rules.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r h="1057275">
                <a:tc>
                  <a:txBody>
                    <a:bodyPr/>
                    <a:lstStyle/>
                    <a:p>
                      <a:r>
                        <a:rPr sz="1725">
                          <a:solidFill>
                            <a:srgbClr val="142A3C"/>
                          </a:solidFill>
                          <a:latin typeface="DejaVu Sans"/>
                          <a:ea typeface="DejaVu Sans"/>
                          <a:cs typeface="DejaVu Sans"/>
                        </a:rPr>
                        <a:t>Slovak audio</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The candidate’s and journalist’s reputations.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Distrust of elections and independent media.</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Rapid response before elections and access to corrections.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r h="1057275">
                <a:tc>
                  <a:txBody>
                    <a:bodyPr/>
                    <a:lstStyle/>
                    <a:p>
                      <a:r>
                        <a:rPr sz="1725">
                          <a:solidFill>
                            <a:srgbClr val="142A3C"/>
                          </a:solidFill>
                          <a:latin typeface="DejaVu Sans"/>
                          <a:ea typeface="DejaVu Sans"/>
                          <a:cs typeface="DejaVu Sans"/>
                        </a:rPr>
                        <a:t>Meliorator</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Citizens’ ability to recognise the real source.</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Covert foreign influence and fabricated public support.</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Platform oversight and international investigation.</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bl>
          </a:graphicData>
        </a:graphic>
      </p:graphicFrame>
      <p:sp>
        <p:nvSpPr>
          <p:cNvPr id="6" name="text-4">
            <a:extLst xmlns:a="http://schemas.openxmlformats.org/drawingml/2006/main">
              <a:ext uri="{FF2B5EF4-FFF2-40B4-BE49-F238E27FC236}">
                <a16:creationId xmlns:a16="http://schemas.microsoft.com/office/drawing/2014/main" id="{66386779-81BF-4529-8484-E7145F5D05B5}"/>
              </a:ext>
            </a:extLst>
          </p:cNvPr>
          <p:cNvSpPr>
            <a:spLocks xmlns:a="http://schemas.openxmlformats.org/drawingml/2006/main" noGrp="1"/>
          </p:cNvSpPr>
          <p:nvPr/>
        </p:nvSpPr>
        <p:spPr>
          <a:xfrm xmlns:a="http://schemas.openxmlformats.org/drawingml/2006/main">
            <a:off x="609600" y="58102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3786E"/>
                </a:solidFill>
                <a:latin typeface="DejaVu Sans"/>
                <a:ea typeface="DejaVu Sans"/>
                <a:cs typeface="DejaVu Sans"/>
              </a:defRPr>
            </a:defPPr>
            <a:lvl1pPr algn="l">
              <a:defRPr sz="1875" b="1">
                <a:solidFill>
                  <a:srgbClr val="13786E"/>
                </a:solidFill>
                <a:latin typeface="DejaVu Sans"/>
                <a:ea typeface="DejaVu Sans"/>
                <a:cs typeface="DejaVu Sans"/>
              </a:defRPr>
            </a:lvl1pPr>
            <a:lvl2pPr algn="l">
              <a:defRPr sz="1875" b="1">
                <a:solidFill>
                  <a:srgbClr val="13786E"/>
                </a:solidFill>
                <a:latin typeface="DejaVu Sans"/>
                <a:ea typeface="DejaVu Sans"/>
                <a:cs typeface="DejaVu Sans"/>
              </a:defRPr>
            </a:lvl2pPr>
            <a:lvl3pPr algn="l">
              <a:defRPr sz="1875" b="1">
                <a:solidFill>
                  <a:srgbClr val="13786E"/>
                </a:solidFill>
                <a:latin typeface="DejaVu Sans"/>
                <a:ea typeface="DejaVu Sans"/>
                <a:cs typeface="DejaVu Sans"/>
              </a:defRPr>
            </a:lvl3pPr>
            <a:lvl4pPr algn="l">
              <a:defRPr sz="1875" b="1">
                <a:solidFill>
                  <a:srgbClr val="13786E"/>
                </a:solidFill>
                <a:latin typeface="DejaVu Sans"/>
                <a:ea typeface="DejaVu Sans"/>
                <a:cs typeface="DejaVu Sans"/>
              </a:defRPr>
            </a:lvl4pPr>
            <a:lvl5pPr algn="l">
              <a:defRPr sz="1875" b="1">
                <a:solidFill>
                  <a:srgbClr val="13786E"/>
                </a:solidFill>
                <a:latin typeface="DejaVu Sans"/>
                <a:ea typeface="DejaVu Sans"/>
                <a:cs typeface="DejaVu Sans"/>
              </a:defRPr>
            </a:lvl5pPr>
            <a:lvl6pPr algn="l">
              <a:defRPr sz="1875" b="1">
                <a:solidFill>
                  <a:srgbClr val="13786E"/>
                </a:solidFill>
                <a:latin typeface="DejaVu Sans"/>
                <a:ea typeface="DejaVu Sans"/>
                <a:cs typeface="DejaVu Sans"/>
              </a:defRPr>
            </a:lvl6pPr>
            <a:lvl7pPr algn="l">
              <a:defRPr sz="1875" b="1">
                <a:solidFill>
                  <a:srgbClr val="13786E"/>
                </a:solidFill>
                <a:latin typeface="DejaVu Sans"/>
                <a:ea typeface="DejaVu Sans"/>
                <a:cs typeface="DejaVu Sans"/>
              </a:defRPr>
            </a:lvl7pPr>
            <a:lvl8pPr algn="l">
              <a:defRPr sz="1875" b="1">
                <a:solidFill>
                  <a:srgbClr val="13786E"/>
                </a:solidFill>
                <a:latin typeface="DejaVu Sans"/>
                <a:ea typeface="DejaVu Sans"/>
                <a:cs typeface="DejaVu Sans"/>
              </a:defRPr>
            </a:lvl8pPr>
            <a:lvl9pPr algn="l">
              <a:defRPr sz="1875" b="1">
                <a:solidFill>
                  <a:srgbClr val="13786E"/>
                </a:solidFill>
                <a:latin typeface="DejaVu Sans"/>
                <a:ea typeface="DejaVu Sans"/>
                <a:cs typeface="DejaVu Sans"/>
              </a:defRPr>
            </a:lvl9pPr>
          </a:lstStyle>
          <a:p xmlns:a="http://schemas.openxmlformats.org/drawingml/2006/main">
            <a:pPr algn="l">
              <a:defRPr sz="1875" b="1">
                <a:solidFill>
                  <a:srgbClr val="13786E"/>
                </a:solidFill>
                <a:latin typeface="DejaVu Sans"/>
                <a:ea typeface="DejaVu Sans"/>
                <a:cs typeface="DejaVu Sans"/>
              </a:defRPr>
            </a:pPr>
            <a:r>
              <a:rPr sz="1875" b="1">
                <a:solidFill>
                  <a:srgbClr val="13786E"/>
                </a:solidFill>
                <a:latin typeface="DejaVu Sans"/>
                <a:ea typeface="DejaVu Sans"/>
                <a:cs typeface="DejaVu Sans"/>
              </a:rPr>
              <a:t>Shared tension: free expression and citizens’ ability to recognise manipulation.</a:t>
            </a:r>
          </a:p>
        </p:txBody>
      </p:sp>
    </p:spTree>
    <p:extLst>
      <p:ext uri="{BB962C8B-B14F-4D97-AF65-F5344CB8AC3E}">
        <p14:creationId xmlns:p14="http://schemas.microsoft.com/office/powerpoint/2010/main" val="290501791"/>
      </p:ext>
    </p:extLst>
  </p:cSld>
</p:sld>
</file>

<file path=ppt/slides/slide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1FD3B08-5A88-4F95-A3FB-49AF027E5C80}"/>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3786E"/>
                </a:solidFill>
                <a:latin typeface="DejaVu Sans"/>
                <a:ea typeface="DejaVu Sans"/>
                <a:cs typeface="DejaVu Sans"/>
              </a:defRPr>
            </a:defPPr>
            <a:lvl1pPr algn="l">
              <a:defRPr sz="1200" b="1">
                <a:solidFill>
                  <a:srgbClr val="13786E"/>
                </a:solidFill>
                <a:latin typeface="DejaVu Sans"/>
                <a:ea typeface="DejaVu Sans"/>
                <a:cs typeface="DejaVu Sans"/>
              </a:defRPr>
            </a:lvl1pPr>
            <a:lvl2pPr algn="l">
              <a:defRPr sz="1200" b="1">
                <a:solidFill>
                  <a:srgbClr val="13786E"/>
                </a:solidFill>
                <a:latin typeface="DejaVu Sans"/>
                <a:ea typeface="DejaVu Sans"/>
                <a:cs typeface="DejaVu Sans"/>
              </a:defRPr>
            </a:lvl2pPr>
            <a:lvl3pPr algn="l">
              <a:defRPr sz="1200" b="1">
                <a:solidFill>
                  <a:srgbClr val="13786E"/>
                </a:solidFill>
                <a:latin typeface="DejaVu Sans"/>
                <a:ea typeface="DejaVu Sans"/>
                <a:cs typeface="DejaVu Sans"/>
              </a:defRPr>
            </a:lvl3pPr>
            <a:lvl4pPr algn="l">
              <a:defRPr sz="1200" b="1">
                <a:solidFill>
                  <a:srgbClr val="13786E"/>
                </a:solidFill>
                <a:latin typeface="DejaVu Sans"/>
                <a:ea typeface="DejaVu Sans"/>
                <a:cs typeface="DejaVu Sans"/>
              </a:defRPr>
            </a:lvl4pPr>
            <a:lvl5pPr algn="l">
              <a:defRPr sz="1200" b="1">
                <a:solidFill>
                  <a:srgbClr val="13786E"/>
                </a:solidFill>
                <a:latin typeface="DejaVu Sans"/>
                <a:ea typeface="DejaVu Sans"/>
                <a:cs typeface="DejaVu Sans"/>
              </a:defRPr>
            </a:lvl5pPr>
            <a:lvl6pPr algn="l">
              <a:defRPr sz="1200" b="1">
                <a:solidFill>
                  <a:srgbClr val="13786E"/>
                </a:solidFill>
                <a:latin typeface="DejaVu Sans"/>
                <a:ea typeface="DejaVu Sans"/>
                <a:cs typeface="DejaVu Sans"/>
              </a:defRPr>
            </a:lvl6pPr>
            <a:lvl7pPr algn="l">
              <a:defRPr sz="1200" b="1">
                <a:solidFill>
                  <a:srgbClr val="13786E"/>
                </a:solidFill>
                <a:latin typeface="DejaVu Sans"/>
                <a:ea typeface="DejaVu Sans"/>
                <a:cs typeface="DejaVu Sans"/>
              </a:defRPr>
            </a:lvl7pPr>
            <a:lvl8pPr algn="l">
              <a:defRPr sz="1200" b="1">
                <a:solidFill>
                  <a:srgbClr val="13786E"/>
                </a:solidFill>
                <a:latin typeface="DejaVu Sans"/>
                <a:ea typeface="DejaVu Sans"/>
                <a:cs typeface="DejaVu Sans"/>
              </a:defRPr>
            </a:lvl8pPr>
            <a:lvl9pPr algn="l">
              <a:defRPr sz="1200" b="1">
                <a:solidFill>
                  <a:srgbClr val="13786E"/>
                </a:solidFill>
                <a:latin typeface="DejaVu Sans"/>
                <a:ea typeface="DejaVu Sans"/>
                <a:cs typeface="DejaVu Sans"/>
              </a:defRPr>
            </a:lvl9pPr>
          </a:lstStyle>
          <a:p xmlns:a="http://schemas.openxmlformats.org/drawingml/2006/main">
            <a:pPr algn="l">
              <a:defRPr sz="1200" b="1">
                <a:solidFill>
                  <a:srgbClr val="13786E"/>
                </a:solidFill>
                <a:latin typeface="DejaVu Sans"/>
                <a:ea typeface="DejaVu Sans"/>
                <a:cs typeface="DejaVu Sans"/>
              </a:defRPr>
            </a:pPr>
            <a:r>
              <a:rPr sz="1200" b="1">
                <a:solidFill>
                  <a:srgbClr val="13786E"/>
                </a:solidFill>
                <a:latin typeface="DejaVu Sans"/>
                <a:ea typeface="DejaVu Sans"/>
                <a:cs typeface="DejaVu Sans"/>
              </a:rPr>
              <a:t>FIGURE 4.1 / ACCOUNTABILITY AND CONTROL</a:t>
            </a:r>
          </a:p>
        </p:txBody>
      </p:sp>
      <p:sp>
        <p:nvSpPr>
          <p:cNvPr id="2" name="slide-title">
            <a:extLst xmlns:a="http://schemas.openxmlformats.org/drawingml/2006/main">
              <a:ext uri="{FF2B5EF4-FFF2-40B4-BE49-F238E27FC236}">
                <a16:creationId xmlns:a16="http://schemas.microsoft.com/office/drawing/2014/main" id="{983863B9-547F-4674-8E30-384B14B358A8}"/>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A3C"/>
                </a:solidFill>
                <a:latin typeface="DejaVu Sans"/>
                <a:ea typeface="DejaVu Sans"/>
                <a:cs typeface="DejaVu Sans"/>
              </a:defRPr>
            </a:defPPr>
            <a:lvl1pPr algn="l">
              <a:defRPr sz="3225" b="1">
                <a:solidFill>
                  <a:srgbClr val="142A3C"/>
                </a:solidFill>
                <a:latin typeface="DejaVu Sans"/>
                <a:ea typeface="DejaVu Sans"/>
                <a:cs typeface="DejaVu Sans"/>
              </a:defRPr>
            </a:lvl1pPr>
            <a:lvl2pPr algn="l">
              <a:defRPr sz="3225" b="1">
                <a:solidFill>
                  <a:srgbClr val="142A3C"/>
                </a:solidFill>
                <a:latin typeface="DejaVu Sans"/>
                <a:ea typeface="DejaVu Sans"/>
                <a:cs typeface="DejaVu Sans"/>
              </a:defRPr>
            </a:lvl2pPr>
            <a:lvl3pPr algn="l">
              <a:defRPr sz="3225" b="1">
                <a:solidFill>
                  <a:srgbClr val="142A3C"/>
                </a:solidFill>
                <a:latin typeface="DejaVu Sans"/>
                <a:ea typeface="DejaVu Sans"/>
                <a:cs typeface="DejaVu Sans"/>
              </a:defRPr>
            </a:lvl3pPr>
            <a:lvl4pPr algn="l">
              <a:defRPr sz="3225" b="1">
                <a:solidFill>
                  <a:srgbClr val="142A3C"/>
                </a:solidFill>
                <a:latin typeface="DejaVu Sans"/>
                <a:ea typeface="DejaVu Sans"/>
                <a:cs typeface="DejaVu Sans"/>
              </a:defRPr>
            </a:lvl4pPr>
            <a:lvl5pPr algn="l">
              <a:defRPr sz="3225" b="1">
                <a:solidFill>
                  <a:srgbClr val="142A3C"/>
                </a:solidFill>
                <a:latin typeface="DejaVu Sans"/>
                <a:ea typeface="DejaVu Sans"/>
                <a:cs typeface="DejaVu Sans"/>
              </a:defRPr>
            </a:lvl5pPr>
            <a:lvl6pPr algn="l">
              <a:defRPr sz="3225" b="1">
                <a:solidFill>
                  <a:srgbClr val="142A3C"/>
                </a:solidFill>
                <a:latin typeface="DejaVu Sans"/>
                <a:ea typeface="DejaVu Sans"/>
                <a:cs typeface="DejaVu Sans"/>
              </a:defRPr>
            </a:lvl6pPr>
            <a:lvl7pPr algn="l">
              <a:defRPr sz="3225" b="1">
                <a:solidFill>
                  <a:srgbClr val="142A3C"/>
                </a:solidFill>
                <a:latin typeface="DejaVu Sans"/>
                <a:ea typeface="DejaVu Sans"/>
                <a:cs typeface="DejaVu Sans"/>
              </a:defRPr>
            </a:lvl7pPr>
            <a:lvl8pPr algn="l">
              <a:defRPr sz="3225" b="1">
                <a:solidFill>
                  <a:srgbClr val="142A3C"/>
                </a:solidFill>
                <a:latin typeface="DejaVu Sans"/>
                <a:ea typeface="DejaVu Sans"/>
                <a:cs typeface="DejaVu Sans"/>
              </a:defRPr>
            </a:lvl8pPr>
            <a:lvl9pPr algn="l">
              <a:defRPr sz="3225" b="1">
                <a:solidFill>
                  <a:srgbClr val="142A3C"/>
                </a:solidFill>
                <a:latin typeface="DejaVu Sans"/>
                <a:ea typeface="DejaVu Sans"/>
                <a:cs typeface="DejaVu Sans"/>
              </a:defRPr>
            </a:lvl9pPr>
          </a:lstStyle>
          <a:p xmlns:a="http://schemas.openxmlformats.org/drawingml/2006/main">
            <a:pPr algn="l">
              <a:defRPr sz="3225" b="1">
                <a:solidFill>
                  <a:srgbClr val="142A3C"/>
                </a:solidFill>
                <a:latin typeface="DejaVu Sans"/>
                <a:ea typeface="DejaVu Sans"/>
                <a:cs typeface="DejaVu Sans"/>
              </a:defRPr>
            </a:pPr>
            <a:r>
              <a:rPr sz="3225" b="1">
                <a:solidFill>
                  <a:srgbClr val="142A3C"/>
                </a:solidFill>
                <a:latin typeface="DejaVu Sans"/>
                <a:ea typeface="DejaVu Sans"/>
                <a:cs typeface="DejaVu Sans"/>
              </a:rPr>
              <a:t>Accountability needs controls and appeals</a:t>
            </a:r>
          </a:p>
        </p:txBody>
      </p:sp>
      <p:sp>
        <p:nvSpPr>
          <p:cNvPr id="3" name="text-2">
            <a:extLst xmlns:a="http://schemas.openxmlformats.org/drawingml/2006/main">
              <a:ext uri="{FF2B5EF4-FFF2-40B4-BE49-F238E27FC236}">
                <a16:creationId xmlns:a16="http://schemas.microsoft.com/office/drawing/2014/main" id="{4F282B2E-F0B1-4E2C-B213-3D0497ADC43C}"/>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46570"/>
                </a:solidFill>
                <a:latin typeface="DejaVu Sans"/>
                <a:ea typeface="DejaVu Sans"/>
                <a:cs typeface="DejaVu Sans"/>
              </a:defRPr>
            </a:defPPr>
            <a:lvl1pPr algn="r">
              <a:defRPr sz="1200" b="0">
                <a:solidFill>
                  <a:srgbClr val="546570"/>
                </a:solidFill>
                <a:latin typeface="DejaVu Sans"/>
                <a:ea typeface="DejaVu Sans"/>
                <a:cs typeface="DejaVu Sans"/>
              </a:defRPr>
            </a:lvl1pPr>
            <a:lvl2pPr algn="r">
              <a:defRPr sz="1200" b="0">
                <a:solidFill>
                  <a:srgbClr val="546570"/>
                </a:solidFill>
                <a:latin typeface="DejaVu Sans"/>
                <a:ea typeface="DejaVu Sans"/>
                <a:cs typeface="DejaVu Sans"/>
              </a:defRPr>
            </a:lvl2pPr>
            <a:lvl3pPr algn="r">
              <a:defRPr sz="1200" b="0">
                <a:solidFill>
                  <a:srgbClr val="546570"/>
                </a:solidFill>
                <a:latin typeface="DejaVu Sans"/>
                <a:ea typeface="DejaVu Sans"/>
                <a:cs typeface="DejaVu Sans"/>
              </a:defRPr>
            </a:lvl3pPr>
            <a:lvl4pPr algn="r">
              <a:defRPr sz="1200" b="0">
                <a:solidFill>
                  <a:srgbClr val="546570"/>
                </a:solidFill>
                <a:latin typeface="DejaVu Sans"/>
                <a:ea typeface="DejaVu Sans"/>
                <a:cs typeface="DejaVu Sans"/>
              </a:defRPr>
            </a:lvl4pPr>
            <a:lvl5pPr algn="r">
              <a:defRPr sz="1200" b="0">
                <a:solidFill>
                  <a:srgbClr val="546570"/>
                </a:solidFill>
                <a:latin typeface="DejaVu Sans"/>
                <a:ea typeface="DejaVu Sans"/>
                <a:cs typeface="DejaVu Sans"/>
              </a:defRPr>
            </a:lvl5pPr>
            <a:lvl6pPr algn="r">
              <a:defRPr sz="1200" b="0">
                <a:solidFill>
                  <a:srgbClr val="546570"/>
                </a:solidFill>
                <a:latin typeface="DejaVu Sans"/>
                <a:ea typeface="DejaVu Sans"/>
                <a:cs typeface="DejaVu Sans"/>
              </a:defRPr>
            </a:lvl6pPr>
            <a:lvl7pPr algn="r">
              <a:defRPr sz="1200" b="0">
                <a:solidFill>
                  <a:srgbClr val="546570"/>
                </a:solidFill>
                <a:latin typeface="DejaVu Sans"/>
                <a:ea typeface="DejaVu Sans"/>
                <a:cs typeface="DejaVu Sans"/>
              </a:defRPr>
            </a:lvl7pPr>
            <a:lvl8pPr algn="r">
              <a:defRPr sz="1200" b="0">
                <a:solidFill>
                  <a:srgbClr val="546570"/>
                </a:solidFill>
                <a:latin typeface="DejaVu Sans"/>
                <a:ea typeface="DejaVu Sans"/>
                <a:cs typeface="DejaVu Sans"/>
              </a:defRPr>
            </a:lvl8pPr>
            <a:lvl9pPr algn="r">
              <a:defRPr sz="1200" b="0">
                <a:solidFill>
                  <a:srgbClr val="546570"/>
                </a:solidFill>
                <a:latin typeface="DejaVu Sans"/>
                <a:ea typeface="DejaVu Sans"/>
                <a:cs typeface="DejaVu Sans"/>
              </a:defRPr>
            </a:lvl9pPr>
          </a:lstStyle>
          <a:p xmlns:a="http://schemas.openxmlformats.org/drawingml/2006/main">
            <a:pPr algn="r">
              <a:defRPr sz="1200" b="0">
                <a:solidFill>
                  <a:srgbClr val="546570"/>
                </a:solidFill>
                <a:latin typeface="DejaVu Sans"/>
                <a:ea typeface="DejaVu Sans"/>
                <a:cs typeface="DejaVu Sans"/>
              </a:defRPr>
            </a:pPr>
            <a:r>
              <a:rPr sz="1200" b="0">
                <a:solidFill>
                  <a:srgbClr val="546570"/>
                </a:solidFill>
                <a:latin typeface="DejaVu Sans"/>
                <a:ea typeface="DejaVu Sans"/>
                <a:cs typeface="DejaVu Sans"/>
              </a:rPr>
              <a:t>09</a:t>
            </a:r>
          </a:p>
        </p:txBody>
      </p:sp>
      <p:sp>
        <p:nvSpPr>
          <p:cNvPr id="4" name="text-3">
            <a:extLst xmlns:a="http://schemas.openxmlformats.org/drawingml/2006/main">
              <a:ext uri="{FF2B5EF4-FFF2-40B4-BE49-F238E27FC236}">
                <a16:creationId xmlns:a16="http://schemas.microsoft.com/office/drawing/2014/main" id="{D1330AE1-51F8-48B3-9A0C-82311023407C}"/>
              </a:ext>
            </a:extLst>
          </p:cNvPr>
          <p:cNvSpPr>
            <a:spLocks xmlns:a="http://schemas.openxmlformats.org/drawingml/2006/main" noGrp="1"/>
          </p:cNvSpPr>
          <p:nvPr/>
        </p:nvSpPr>
        <p:spPr>
          <a:xfrm xmlns:a="http://schemas.openxmlformats.org/drawingml/2006/main">
            <a:off x="609600" y="64008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46570"/>
                </a:solidFill>
                <a:latin typeface="DejaVu Sans"/>
                <a:ea typeface="DejaVu Sans"/>
                <a:cs typeface="DejaVu Sans"/>
              </a:defRPr>
            </a:defPPr>
            <a:lvl1pPr algn="l">
              <a:defRPr sz="1050" b="0">
                <a:solidFill>
                  <a:srgbClr val="546570"/>
                </a:solidFill>
                <a:latin typeface="DejaVu Sans"/>
                <a:ea typeface="DejaVu Sans"/>
                <a:cs typeface="DejaVu Sans"/>
              </a:defRPr>
            </a:lvl1pPr>
            <a:lvl2pPr algn="l">
              <a:defRPr sz="1050" b="0">
                <a:solidFill>
                  <a:srgbClr val="546570"/>
                </a:solidFill>
                <a:latin typeface="DejaVu Sans"/>
                <a:ea typeface="DejaVu Sans"/>
                <a:cs typeface="DejaVu Sans"/>
              </a:defRPr>
            </a:lvl2pPr>
            <a:lvl3pPr algn="l">
              <a:defRPr sz="1050" b="0">
                <a:solidFill>
                  <a:srgbClr val="546570"/>
                </a:solidFill>
                <a:latin typeface="DejaVu Sans"/>
                <a:ea typeface="DejaVu Sans"/>
                <a:cs typeface="DejaVu Sans"/>
              </a:defRPr>
            </a:lvl3pPr>
            <a:lvl4pPr algn="l">
              <a:defRPr sz="1050" b="0">
                <a:solidFill>
                  <a:srgbClr val="546570"/>
                </a:solidFill>
                <a:latin typeface="DejaVu Sans"/>
                <a:ea typeface="DejaVu Sans"/>
                <a:cs typeface="DejaVu Sans"/>
              </a:defRPr>
            </a:lvl4pPr>
            <a:lvl5pPr algn="l">
              <a:defRPr sz="1050" b="0">
                <a:solidFill>
                  <a:srgbClr val="546570"/>
                </a:solidFill>
                <a:latin typeface="DejaVu Sans"/>
                <a:ea typeface="DejaVu Sans"/>
                <a:cs typeface="DejaVu Sans"/>
              </a:defRPr>
            </a:lvl5pPr>
            <a:lvl6pPr algn="l">
              <a:defRPr sz="1050" b="0">
                <a:solidFill>
                  <a:srgbClr val="546570"/>
                </a:solidFill>
                <a:latin typeface="DejaVu Sans"/>
                <a:ea typeface="DejaVu Sans"/>
                <a:cs typeface="DejaVu Sans"/>
              </a:defRPr>
            </a:lvl6pPr>
            <a:lvl7pPr algn="l">
              <a:defRPr sz="1050" b="0">
                <a:solidFill>
                  <a:srgbClr val="546570"/>
                </a:solidFill>
                <a:latin typeface="DejaVu Sans"/>
                <a:ea typeface="DejaVu Sans"/>
                <a:cs typeface="DejaVu Sans"/>
              </a:defRPr>
            </a:lvl7pPr>
            <a:lvl8pPr algn="l">
              <a:defRPr sz="1050" b="0">
                <a:solidFill>
                  <a:srgbClr val="546570"/>
                </a:solidFill>
                <a:latin typeface="DejaVu Sans"/>
                <a:ea typeface="DejaVu Sans"/>
                <a:cs typeface="DejaVu Sans"/>
              </a:defRPr>
            </a:lvl8pPr>
            <a:lvl9pPr algn="l">
              <a:defRPr sz="1050" b="0">
                <a:solidFill>
                  <a:srgbClr val="546570"/>
                </a:solidFill>
                <a:latin typeface="DejaVu Sans"/>
                <a:ea typeface="DejaVu Sans"/>
                <a:cs typeface="DejaVu Sans"/>
              </a:defRPr>
            </a:lvl9pPr>
          </a:lstStyle>
          <a:p xmlns:a="http://schemas.openxmlformats.org/drawingml/2006/main">
            <a:pPr algn="l">
              <a:defRPr sz="1050" b="0">
                <a:solidFill>
                  <a:srgbClr val="546570"/>
                </a:solidFill>
                <a:latin typeface="DejaVu Sans"/>
                <a:ea typeface="DejaVu Sans"/>
                <a:cs typeface="DejaVu Sans"/>
              </a:defRPr>
            </a:pPr>
            <a:r>
              <a:rPr sz="1050" b="0">
                <a:solidFill>
                  <a:srgbClr val="546570"/>
                </a:solidFill>
                <a:latin typeface="DejaVu Sans"/>
                <a:ea typeface="DejaVu Sans"/>
                <a:cs typeface="DejaVu Sans"/>
              </a:rPr>
              <a:t>[1] Laudon &amp; Laudon. This allocation of duties is our recommendation, informed by the cases and DSA guidance [11].</a:t>
            </a:r>
          </a:p>
        </p:txBody>
      </p:sp>
      <p:graphicFrame>
        <p:nvGraphicFramePr>
          <p:cNvPr id="5" name="">
            <a:extLst xmlns:a="http://schemas.openxmlformats.org/drawingml/2006/main">
              <a:ext uri="{FF2B5EF4-FFF2-40B4-BE49-F238E27FC236}">
                <a16:creationId xmlns:a16="http://schemas.microsoft.com/office/drawing/2014/main" id="{C8CD970D-BA52-4669-A31E-9A76110032EA}"/>
              </a:ext>
            </a:extLst>
          </p:cNvPr>
          <p:cNvGraphicFramePr/>
          <p:nvPr/>
        </p:nvGraphicFramePr>
        <p:xfrm>
          <a:off xmlns:a="http://schemas.openxmlformats.org/drawingml/2006/main" x="609600" y="1762125"/>
          <a:ext xmlns:a="http://schemas.openxmlformats.org/drawingml/2006/main" cx="10972800" cy="4029075"/>
        </p:xfrm>
        <a:graphic xmlns:a="http://schemas.openxmlformats.org/drawingml/2006/main">
          <a:graphicData uri="http://schemas.openxmlformats.org/drawingml/2006/table">
            <a:tbl>
              <a:tblPr firstRow="0" bandRow="0"/>
              <a:tblGrid>
                <a:gridCol w="2343150"/>
                <a:gridCol w="4171950"/>
                <a:gridCol w="4457700"/>
              </a:tblGrid>
              <a:tr h="514350">
                <a:tc>
                  <a:txBody>
                    <a:bodyPr/>
                    <a:lstStyle/>
                    <a:p>
                      <a:r>
                        <a:rPr sz="1575" b="1">
                          <a:solidFill>
                            <a:srgbClr val="FFFFFF"/>
                          </a:solidFill>
                          <a:latin typeface="DejaVu Sans"/>
                          <a:ea typeface="DejaVu Sans"/>
                          <a:cs typeface="DejaVu Sans"/>
                        </a:rPr>
                        <a:t>Actor</a:t>
                      </a:r>
                    </a:p>
                  </a:txBody>
                  <a:tcPr marL="133350" marR="133350" marT="142875" marB="95250" anchor="t">
                    <a:lnL w="6668">
                      <a:solidFill>
                        <a:srgbClr val="D2D8D8"/>
                      </a:solidFill>
                      <a:prstDash val="solid"/>
                    </a:lnL>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c>
                  <a:txBody>
                    <a:bodyPr/>
                    <a:lstStyle/>
                    <a:p>
                      <a:r>
                        <a:rPr sz="1575" b="1">
                          <a:solidFill>
                            <a:srgbClr val="FFFFFF"/>
                          </a:solidFill>
                          <a:latin typeface="DejaVu Sans"/>
                          <a:ea typeface="DejaVu Sans"/>
                          <a:cs typeface="DejaVu Sans"/>
                        </a:rPr>
                        <a:t>Responsibility</a:t>
                      </a:r>
                    </a:p>
                  </a:txBody>
                  <a:tcPr marL="133350" marR="133350" marT="142875" marB="95250" anchor="t">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c>
                  <a:txBody>
                    <a:bodyPr/>
                    <a:lstStyle/>
                    <a:p>
                      <a:r>
                        <a:rPr sz="1575" b="1">
                          <a:solidFill>
                            <a:srgbClr val="FFFFFF"/>
                          </a:solidFill>
                          <a:latin typeface="DejaVu Sans"/>
                          <a:ea typeface="DejaVu Sans"/>
                          <a:cs typeface="DejaVu Sans"/>
                        </a:rPr>
                        <a:t>Controls and follow-up</a:t>
                      </a:r>
                    </a:p>
                  </a:txBody>
                  <a:tcPr marL="133350" marR="133350" marT="142875" marB="95250" anchor="t">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r>
              <a:tr h="878681">
                <a:tc>
                  <a:txBody>
                    <a:bodyPr/>
                    <a:lstStyle/>
                    <a:p>
                      <a:r>
                        <a:rPr sz="1725">
                          <a:solidFill>
                            <a:srgbClr val="142A3C"/>
                          </a:solidFill>
                          <a:latin typeface="DejaVu Sans"/>
                          <a:ea typeface="DejaVu Sans"/>
                          <a:cs typeface="DejaVu Sans"/>
                        </a:rPr>
                        <a:t>Creator / commissioner</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Bears primary responsibility for deliberate deception.</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Identify the source and preserve evidence.</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r h="878681">
                <a:tc>
                  <a:txBody>
                    <a:bodyPr/>
                    <a:lstStyle/>
                    <a:p>
                      <a:r>
                        <a:rPr sz="1725">
                          <a:solidFill>
                            <a:srgbClr val="142A3C"/>
                          </a:solidFill>
                          <a:latin typeface="DejaVu Sans"/>
                          <a:ea typeface="DejaVu Sans"/>
                          <a:cs typeface="DejaVu Sans"/>
                        </a:rPr>
                        <a:t>Platform / telecom</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Limits coordinated abuse and responds promptly.</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Keep logs, explain interventions and provide appeals.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r h="878681">
                <a:tc>
                  <a:txBody>
                    <a:bodyPr/>
                    <a:lstStyle/>
                    <a:p>
                      <a:r>
                        <a:rPr sz="1725">
                          <a:solidFill>
                            <a:srgbClr val="142A3C"/>
                          </a:solidFill>
                          <a:latin typeface="DejaVu Sans"/>
                          <a:ea typeface="DejaVu Sans"/>
                          <a:cs typeface="DejaVu Sans"/>
                        </a:rPr>
                        <a:t>AI provider</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Addresses foreseeable misuse of its tools.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Test risks and support traceability.</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r h="878681">
                <a:tc>
                  <a:txBody>
                    <a:bodyPr/>
                    <a:lstStyle/>
                    <a:p>
                      <a:r>
                        <a:rPr sz="1725">
                          <a:solidFill>
                            <a:srgbClr val="142A3C"/>
                          </a:solidFill>
                          <a:latin typeface="DejaVu Sans"/>
                          <a:ea typeface="DejaVu Sans"/>
                          <a:cs typeface="DejaVu Sans"/>
                        </a:rPr>
                        <a:t>Public authority</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Enforces rules and protects rights.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Independent oversight and access to review.</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bl>
          </a:graphicData>
        </a:graphic>
      </p:graphicFrame>
      <p:sp>
        <p:nvSpPr>
          <p:cNvPr id="6" name="text-4">
            <a:extLst xmlns:a="http://schemas.openxmlformats.org/drawingml/2006/main">
              <a:ext uri="{FF2B5EF4-FFF2-40B4-BE49-F238E27FC236}">
                <a16:creationId xmlns:a16="http://schemas.microsoft.com/office/drawing/2014/main" id="{521F178C-ED14-45DB-AF59-2DB203DB86CB}"/>
              </a:ext>
            </a:extLst>
          </p:cNvPr>
          <p:cNvSpPr>
            <a:spLocks xmlns:a="http://schemas.openxmlformats.org/drawingml/2006/main" noGrp="1"/>
          </p:cNvSpPr>
          <p:nvPr/>
        </p:nvSpPr>
        <p:spPr>
          <a:xfrm xmlns:a="http://schemas.openxmlformats.org/drawingml/2006/main">
            <a:off x="609600" y="5953125"/>
            <a:ext cx="1083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94838"/>
                </a:solidFill>
                <a:latin typeface="DejaVu Sans"/>
                <a:ea typeface="DejaVu Sans"/>
                <a:cs typeface="DejaVu Sans"/>
              </a:defRPr>
            </a:defPPr>
            <a:lvl1pPr algn="l">
              <a:defRPr sz="1725" b="1">
                <a:solidFill>
                  <a:srgbClr val="B94838"/>
                </a:solidFill>
                <a:latin typeface="DejaVu Sans"/>
                <a:ea typeface="DejaVu Sans"/>
                <a:cs typeface="DejaVu Sans"/>
              </a:defRPr>
            </a:lvl1pPr>
            <a:lvl2pPr algn="l">
              <a:defRPr sz="1725" b="1">
                <a:solidFill>
                  <a:srgbClr val="B94838"/>
                </a:solidFill>
                <a:latin typeface="DejaVu Sans"/>
                <a:ea typeface="DejaVu Sans"/>
                <a:cs typeface="DejaVu Sans"/>
              </a:defRPr>
            </a:lvl2pPr>
            <a:lvl3pPr algn="l">
              <a:defRPr sz="1725" b="1">
                <a:solidFill>
                  <a:srgbClr val="B94838"/>
                </a:solidFill>
                <a:latin typeface="DejaVu Sans"/>
                <a:ea typeface="DejaVu Sans"/>
                <a:cs typeface="DejaVu Sans"/>
              </a:defRPr>
            </a:lvl3pPr>
            <a:lvl4pPr algn="l">
              <a:defRPr sz="1725" b="1">
                <a:solidFill>
                  <a:srgbClr val="B94838"/>
                </a:solidFill>
                <a:latin typeface="DejaVu Sans"/>
                <a:ea typeface="DejaVu Sans"/>
                <a:cs typeface="DejaVu Sans"/>
              </a:defRPr>
            </a:lvl4pPr>
            <a:lvl5pPr algn="l">
              <a:defRPr sz="1725" b="1">
                <a:solidFill>
                  <a:srgbClr val="B94838"/>
                </a:solidFill>
                <a:latin typeface="DejaVu Sans"/>
                <a:ea typeface="DejaVu Sans"/>
                <a:cs typeface="DejaVu Sans"/>
              </a:defRPr>
            </a:lvl5pPr>
            <a:lvl6pPr algn="l">
              <a:defRPr sz="1725" b="1">
                <a:solidFill>
                  <a:srgbClr val="B94838"/>
                </a:solidFill>
                <a:latin typeface="DejaVu Sans"/>
                <a:ea typeface="DejaVu Sans"/>
                <a:cs typeface="DejaVu Sans"/>
              </a:defRPr>
            </a:lvl6pPr>
            <a:lvl7pPr algn="l">
              <a:defRPr sz="1725" b="1">
                <a:solidFill>
                  <a:srgbClr val="B94838"/>
                </a:solidFill>
                <a:latin typeface="DejaVu Sans"/>
                <a:ea typeface="DejaVu Sans"/>
                <a:cs typeface="DejaVu Sans"/>
              </a:defRPr>
            </a:lvl7pPr>
            <a:lvl8pPr algn="l">
              <a:defRPr sz="1725" b="1">
                <a:solidFill>
                  <a:srgbClr val="B94838"/>
                </a:solidFill>
                <a:latin typeface="DejaVu Sans"/>
                <a:ea typeface="DejaVu Sans"/>
                <a:cs typeface="DejaVu Sans"/>
              </a:defRPr>
            </a:lvl8pPr>
            <a:lvl9pPr algn="l">
              <a:defRPr sz="1725" b="1">
                <a:solidFill>
                  <a:srgbClr val="B94838"/>
                </a:solidFill>
                <a:latin typeface="DejaVu Sans"/>
                <a:ea typeface="DejaVu Sans"/>
                <a:cs typeface="DejaVu Sans"/>
              </a:defRPr>
            </a:lvl9pPr>
          </a:lstStyle>
          <a:p xmlns:a="http://schemas.openxmlformats.org/drawingml/2006/main">
            <a:pPr algn="l">
              <a:defRPr sz="1725" b="1">
                <a:solidFill>
                  <a:srgbClr val="B94838"/>
                </a:solidFill>
                <a:latin typeface="DejaVu Sans"/>
                <a:ea typeface="DejaVu Sans"/>
                <a:cs typeface="DejaVu Sans"/>
              </a:defRPr>
            </a:pPr>
            <a:r>
              <a:rPr sz="1725" b="1">
                <a:solidFill>
                  <a:srgbClr val="B94838"/>
                </a:solidFill>
                <a:latin typeface="DejaVu Sans"/>
                <a:ea typeface="DejaVu Sans"/>
                <a:cs typeface="DejaVu Sans"/>
              </a:rPr>
              <a:t>Ethical responsibility, administrative penalties and criminal guilt are distinct.</a:t>
            </a:r>
          </a:p>
        </p:txBody>
      </p:sp>
    </p:spTree>
    <p:extLst>
      <p:ext uri="{BB962C8B-B14F-4D97-AF65-F5344CB8AC3E}">
        <p14:creationId xmlns:p14="http://schemas.microsoft.com/office/powerpoint/2010/main" val="472356768"/>
      </p:ext>
    </p:extLst>
  </p:cSld>
</p:sld>
</file>

<file path=ppt/slides/slide10.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CD2AD9D-2853-485F-A03B-1765B77D7625}"/>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3786E"/>
                </a:solidFill>
                <a:latin typeface="DejaVu Sans"/>
                <a:ea typeface="DejaVu Sans"/>
                <a:cs typeface="DejaVu Sans"/>
              </a:defRPr>
            </a:defPPr>
            <a:lvl1pPr algn="l">
              <a:defRPr sz="1200" b="1">
                <a:solidFill>
                  <a:srgbClr val="13786E"/>
                </a:solidFill>
                <a:latin typeface="DejaVu Sans"/>
                <a:ea typeface="DejaVu Sans"/>
                <a:cs typeface="DejaVu Sans"/>
              </a:defRPr>
            </a:lvl1pPr>
            <a:lvl2pPr algn="l">
              <a:defRPr sz="1200" b="1">
                <a:solidFill>
                  <a:srgbClr val="13786E"/>
                </a:solidFill>
                <a:latin typeface="DejaVu Sans"/>
                <a:ea typeface="DejaVu Sans"/>
                <a:cs typeface="DejaVu Sans"/>
              </a:defRPr>
            </a:lvl2pPr>
            <a:lvl3pPr algn="l">
              <a:defRPr sz="1200" b="1">
                <a:solidFill>
                  <a:srgbClr val="13786E"/>
                </a:solidFill>
                <a:latin typeface="DejaVu Sans"/>
                <a:ea typeface="DejaVu Sans"/>
                <a:cs typeface="DejaVu Sans"/>
              </a:defRPr>
            </a:lvl3pPr>
            <a:lvl4pPr algn="l">
              <a:defRPr sz="1200" b="1">
                <a:solidFill>
                  <a:srgbClr val="13786E"/>
                </a:solidFill>
                <a:latin typeface="DejaVu Sans"/>
                <a:ea typeface="DejaVu Sans"/>
                <a:cs typeface="DejaVu Sans"/>
              </a:defRPr>
            </a:lvl4pPr>
            <a:lvl5pPr algn="l">
              <a:defRPr sz="1200" b="1">
                <a:solidFill>
                  <a:srgbClr val="13786E"/>
                </a:solidFill>
                <a:latin typeface="DejaVu Sans"/>
                <a:ea typeface="DejaVu Sans"/>
                <a:cs typeface="DejaVu Sans"/>
              </a:defRPr>
            </a:lvl5pPr>
            <a:lvl6pPr algn="l">
              <a:defRPr sz="1200" b="1">
                <a:solidFill>
                  <a:srgbClr val="13786E"/>
                </a:solidFill>
                <a:latin typeface="DejaVu Sans"/>
                <a:ea typeface="DejaVu Sans"/>
                <a:cs typeface="DejaVu Sans"/>
              </a:defRPr>
            </a:lvl6pPr>
            <a:lvl7pPr algn="l">
              <a:defRPr sz="1200" b="1">
                <a:solidFill>
                  <a:srgbClr val="13786E"/>
                </a:solidFill>
                <a:latin typeface="DejaVu Sans"/>
                <a:ea typeface="DejaVu Sans"/>
                <a:cs typeface="DejaVu Sans"/>
              </a:defRPr>
            </a:lvl7pPr>
            <a:lvl8pPr algn="l">
              <a:defRPr sz="1200" b="1">
                <a:solidFill>
                  <a:srgbClr val="13786E"/>
                </a:solidFill>
                <a:latin typeface="DejaVu Sans"/>
                <a:ea typeface="DejaVu Sans"/>
                <a:cs typeface="DejaVu Sans"/>
              </a:defRPr>
            </a:lvl8pPr>
            <a:lvl9pPr algn="l">
              <a:defRPr sz="1200" b="1">
                <a:solidFill>
                  <a:srgbClr val="13786E"/>
                </a:solidFill>
                <a:latin typeface="DejaVu Sans"/>
                <a:ea typeface="DejaVu Sans"/>
                <a:cs typeface="DejaVu Sans"/>
              </a:defRPr>
            </a:lvl9pPr>
          </a:lstStyle>
          <a:p xmlns:a="http://schemas.openxmlformats.org/drawingml/2006/main">
            <a:pPr algn="l">
              <a:defRPr sz="1200" b="1">
                <a:solidFill>
                  <a:srgbClr val="13786E"/>
                </a:solidFill>
                <a:latin typeface="DejaVu Sans"/>
                <a:ea typeface="DejaVu Sans"/>
                <a:cs typeface="DejaVu Sans"/>
              </a:defRPr>
            </a:pPr>
            <a:r>
              <a:rPr sz="1200" b="1">
                <a:solidFill>
                  <a:srgbClr val="13786E"/>
                </a:solidFill>
                <a:latin typeface="DejaVu Sans"/>
                <a:ea typeface="DejaVu Sans"/>
                <a:cs typeface="DejaVu Sans"/>
              </a:rPr>
              <a:t>TECHNICAL, ORGANISATIONAL AND REGULATORY RESPONSES</a:t>
            </a:r>
          </a:p>
        </p:txBody>
      </p:sp>
      <p:sp>
        <p:nvSpPr>
          <p:cNvPr id="2" name="slide-title">
            <a:extLst xmlns:a="http://schemas.openxmlformats.org/drawingml/2006/main">
              <a:ext uri="{FF2B5EF4-FFF2-40B4-BE49-F238E27FC236}">
                <a16:creationId xmlns:a16="http://schemas.microsoft.com/office/drawing/2014/main" id="{A32EAEAF-8AB8-4BC9-9FD6-E43146E294CC}"/>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A3C"/>
                </a:solidFill>
                <a:latin typeface="DejaVu Sans"/>
                <a:ea typeface="DejaVu Sans"/>
                <a:cs typeface="DejaVu Sans"/>
              </a:defRPr>
            </a:defPPr>
            <a:lvl1pPr algn="l">
              <a:defRPr sz="3225" b="1">
                <a:solidFill>
                  <a:srgbClr val="142A3C"/>
                </a:solidFill>
                <a:latin typeface="DejaVu Sans"/>
                <a:ea typeface="DejaVu Sans"/>
                <a:cs typeface="DejaVu Sans"/>
              </a:defRPr>
            </a:lvl1pPr>
            <a:lvl2pPr algn="l">
              <a:defRPr sz="3225" b="1">
                <a:solidFill>
                  <a:srgbClr val="142A3C"/>
                </a:solidFill>
                <a:latin typeface="DejaVu Sans"/>
                <a:ea typeface="DejaVu Sans"/>
                <a:cs typeface="DejaVu Sans"/>
              </a:defRPr>
            </a:lvl2pPr>
            <a:lvl3pPr algn="l">
              <a:defRPr sz="3225" b="1">
                <a:solidFill>
                  <a:srgbClr val="142A3C"/>
                </a:solidFill>
                <a:latin typeface="DejaVu Sans"/>
                <a:ea typeface="DejaVu Sans"/>
                <a:cs typeface="DejaVu Sans"/>
              </a:defRPr>
            </a:lvl3pPr>
            <a:lvl4pPr algn="l">
              <a:defRPr sz="3225" b="1">
                <a:solidFill>
                  <a:srgbClr val="142A3C"/>
                </a:solidFill>
                <a:latin typeface="DejaVu Sans"/>
                <a:ea typeface="DejaVu Sans"/>
                <a:cs typeface="DejaVu Sans"/>
              </a:defRPr>
            </a:lvl4pPr>
            <a:lvl5pPr algn="l">
              <a:defRPr sz="3225" b="1">
                <a:solidFill>
                  <a:srgbClr val="142A3C"/>
                </a:solidFill>
                <a:latin typeface="DejaVu Sans"/>
                <a:ea typeface="DejaVu Sans"/>
                <a:cs typeface="DejaVu Sans"/>
              </a:defRPr>
            </a:lvl5pPr>
            <a:lvl6pPr algn="l">
              <a:defRPr sz="3225" b="1">
                <a:solidFill>
                  <a:srgbClr val="142A3C"/>
                </a:solidFill>
                <a:latin typeface="DejaVu Sans"/>
                <a:ea typeface="DejaVu Sans"/>
                <a:cs typeface="DejaVu Sans"/>
              </a:defRPr>
            </a:lvl6pPr>
            <a:lvl7pPr algn="l">
              <a:defRPr sz="3225" b="1">
                <a:solidFill>
                  <a:srgbClr val="142A3C"/>
                </a:solidFill>
                <a:latin typeface="DejaVu Sans"/>
                <a:ea typeface="DejaVu Sans"/>
                <a:cs typeface="DejaVu Sans"/>
              </a:defRPr>
            </a:lvl7pPr>
            <a:lvl8pPr algn="l">
              <a:defRPr sz="3225" b="1">
                <a:solidFill>
                  <a:srgbClr val="142A3C"/>
                </a:solidFill>
                <a:latin typeface="DejaVu Sans"/>
                <a:ea typeface="DejaVu Sans"/>
                <a:cs typeface="DejaVu Sans"/>
              </a:defRPr>
            </a:lvl8pPr>
            <a:lvl9pPr algn="l">
              <a:defRPr sz="3225" b="1">
                <a:solidFill>
                  <a:srgbClr val="142A3C"/>
                </a:solidFill>
                <a:latin typeface="DejaVu Sans"/>
                <a:ea typeface="DejaVu Sans"/>
                <a:cs typeface="DejaVu Sans"/>
              </a:defRPr>
            </a:lvl9pPr>
          </a:lstStyle>
          <a:p xmlns:a="http://schemas.openxmlformats.org/drawingml/2006/main">
            <a:pPr algn="l">
              <a:defRPr sz="3225" b="1">
                <a:solidFill>
                  <a:srgbClr val="142A3C"/>
                </a:solidFill>
                <a:latin typeface="DejaVu Sans"/>
                <a:ea typeface="DejaVu Sans"/>
                <a:cs typeface="DejaVu Sans"/>
              </a:defRPr>
            </a:pPr>
            <a:r>
              <a:rPr sz="3225" b="1">
                <a:solidFill>
                  <a:srgbClr val="142A3C"/>
                </a:solidFill>
                <a:latin typeface="DejaVu Sans"/>
                <a:ea typeface="DejaVu Sans"/>
                <a:cs typeface="DejaVu Sans"/>
              </a:rPr>
              <a:t>Solutions must address several stages</a:t>
            </a:r>
          </a:p>
        </p:txBody>
      </p:sp>
      <p:sp>
        <p:nvSpPr>
          <p:cNvPr id="3" name="text-2">
            <a:extLst xmlns:a="http://schemas.openxmlformats.org/drawingml/2006/main">
              <a:ext uri="{FF2B5EF4-FFF2-40B4-BE49-F238E27FC236}">
                <a16:creationId xmlns:a16="http://schemas.microsoft.com/office/drawing/2014/main" id="{82FDF8BD-B475-4D2D-9A6B-644F514A22F8}"/>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46570"/>
                </a:solidFill>
                <a:latin typeface="DejaVu Sans"/>
                <a:ea typeface="DejaVu Sans"/>
                <a:cs typeface="DejaVu Sans"/>
              </a:defRPr>
            </a:defPPr>
            <a:lvl1pPr algn="r">
              <a:defRPr sz="1200" b="0">
                <a:solidFill>
                  <a:srgbClr val="546570"/>
                </a:solidFill>
                <a:latin typeface="DejaVu Sans"/>
                <a:ea typeface="DejaVu Sans"/>
                <a:cs typeface="DejaVu Sans"/>
              </a:defRPr>
            </a:lvl1pPr>
            <a:lvl2pPr algn="r">
              <a:defRPr sz="1200" b="0">
                <a:solidFill>
                  <a:srgbClr val="546570"/>
                </a:solidFill>
                <a:latin typeface="DejaVu Sans"/>
                <a:ea typeface="DejaVu Sans"/>
                <a:cs typeface="DejaVu Sans"/>
              </a:defRPr>
            </a:lvl2pPr>
            <a:lvl3pPr algn="r">
              <a:defRPr sz="1200" b="0">
                <a:solidFill>
                  <a:srgbClr val="546570"/>
                </a:solidFill>
                <a:latin typeface="DejaVu Sans"/>
                <a:ea typeface="DejaVu Sans"/>
                <a:cs typeface="DejaVu Sans"/>
              </a:defRPr>
            </a:lvl3pPr>
            <a:lvl4pPr algn="r">
              <a:defRPr sz="1200" b="0">
                <a:solidFill>
                  <a:srgbClr val="546570"/>
                </a:solidFill>
                <a:latin typeface="DejaVu Sans"/>
                <a:ea typeface="DejaVu Sans"/>
                <a:cs typeface="DejaVu Sans"/>
              </a:defRPr>
            </a:lvl4pPr>
            <a:lvl5pPr algn="r">
              <a:defRPr sz="1200" b="0">
                <a:solidFill>
                  <a:srgbClr val="546570"/>
                </a:solidFill>
                <a:latin typeface="DejaVu Sans"/>
                <a:ea typeface="DejaVu Sans"/>
                <a:cs typeface="DejaVu Sans"/>
              </a:defRPr>
            </a:lvl5pPr>
            <a:lvl6pPr algn="r">
              <a:defRPr sz="1200" b="0">
                <a:solidFill>
                  <a:srgbClr val="546570"/>
                </a:solidFill>
                <a:latin typeface="DejaVu Sans"/>
                <a:ea typeface="DejaVu Sans"/>
                <a:cs typeface="DejaVu Sans"/>
              </a:defRPr>
            </a:lvl6pPr>
            <a:lvl7pPr algn="r">
              <a:defRPr sz="1200" b="0">
                <a:solidFill>
                  <a:srgbClr val="546570"/>
                </a:solidFill>
                <a:latin typeface="DejaVu Sans"/>
                <a:ea typeface="DejaVu Sans"/>
                <a:cs typeface="DejaVu Sans"/>
              </a:defRPr>
            </a:lvl7pPr>
            <a:lvl8pPr algn="r">
              <a:defRPr sz="1200" b="0">
                <a:solidFill>
                  <a:srgbClr val="546570"/>
                </a:solidFill>
                <a:latin typeface="DejaVu Sans"/>
                <a:ea typeface="DejaVu Sans"/>
                <a:cs typeface="DejaVu Sans"/>
              </a:defRPr>
            </a:lvl8pPr>
            <a:lvl9pPr algn="r">
              <a:defRPr sz="1200" b="0">
                <a:solidFill>
                  <a:srgbClr val="546570"/>
                </a:solidFill>
                <a:latin typeface="DejaVu Sans"/>
                <a:ea typeface="DejaVu Sans"/>
                <a:cs typeface="DejaVu Sans"/>
              </a:defRPr>
            </a:lvl9pPr>
          </a:lstStyle>
          <a:p xmlns:a="http://schemas.openxmlformats.org/drawingml/2006/main">
            <a:pPr algn="r">
              <a:defRPr sz="1200" b="0">
                <a:solidFill>
                  <a:srgbClr val="546570"/>
                </a:solidFill>
                <a:latin typeface="DejaVu Sans"/>
                <a:ea typeface="DejaVu Sans"/>
                <a:cs typeface="DejaVu Sans"/>
              </a:defRPr>
            </a:pPr>
            <a:r>
              <a:rPr sz="1200" b="0">
                <a:solidFill>
                  <a:srgbClr val="546570"/>
                </a:solidFill>
                <a:latin typeface="DejaVu Sans"/>
                <a:ea typeface="DejaVu Sans"/>
                <a:cs typeface="DejaVu Sans"/>
              </a:rPr>
              <a:t>10</a:t>
            </a:r>
          </a:p>
        </p:txBody>
      </p:sp>
      <p:sp>
        <p:nvSpPr>
          <p:cNvPr id="4" name="text-3">
            <a:extLst xmlns:a="http://schemas.openxmlformats.org/drawingml/2006/main">
              <a:ext uri="{FF2B5EF4-FFF2-40B4-BE49-F238E27FC236}">
                <a16:creationId xmlns:a16="http://schemas.microsoft.com/office/drawing/2014/main" id="{F89B2F8A-40DB-44EB-9829-91CBBA002A64}"/>
              </a:ext>
            </a:extLst>
          </p:cNvPr>
          <p:cNvSpPr>
            <a:spLocks xmlns:a="http://schemas.openxmlformats.org/drawingml/2006/main" noGrp="1"/>
          </p:cNvSpPr>
          <p:nvPr/>
        </p:nvSpPr>
        <p:spPr>
          <a:xfrm xmlns:a="http://schemas.openxmlformats.org/drawingml/2006/main">
            <a:off x="609600" y="64008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46570"/>
                </a:solidFill>
                <a:latin typeface="DejaVu Sans"/>
                <a:ea typeface="DejaVu Sans"/>
                <a:cs typeface="DejaVu Sans"/>
              </a:defRPr>
            </a:defPPr>
            <a:lvl1pPr algn="l">
              <a:defRPr sz="1050" b="0">
                <a:solidFill>
                  <a:srgbClr val="546570"/>
                </a:solidFill>
                <a:latin typeface="DejaVu Sans"/>
                <a:ea typeface="DejaVu Sans"/>
                <a:cs typeface="DejaVu Sans"/>
              </a:defRPr>
            </a:lvl1pPr>
            <a:lvl2pPr algn="l">
              <a:defRPr sz="1050" b="0">
                <a:solidFill>
                  <a:srgbClr val="546570"/>
                </a:solidFill>
                <a:latin typeface="DejaVu Sans"/>
                <a:ea typeface="DejaVu Sans"/>
                <a:cs typeface="DejaVu Sans"/>
              </a:defRPr>
            </a:lvl2pPr>
            <a:lvl3pPr algn="l">
              <a:defRPr sz="1050" b="0">
                <a:solidFill>
                  <a:srgbClr val="546570"/>
                </a:solidFill>
                <a:latin typeface="DejaVu Sans"/>
                <a:ea typeface="DejaVu Sans"/>
                <a:cs typeface="DejaVu Sans"/>
              </a:defRPr>
            </a:lvl3pPr>
            <a:lvl4pPr algn="l">
              <a:defRPr sz="1050" b="0">
                <a:solidFill>
                  <a:srgbClr val="546570"/>
                </a:solidFill>
                <a:latin typeface="DejaVu Sans"/>
                <a:ea typeface="DejaVu Sans"/>
                <a:cs typeface="DejaVu Sans"/>
              </a:defRPr>
            </a:lvl4pPr>
            <a:lvl5pPr algn="l">
              <a:defRPr sz="1050" b="0">
                <a:solidFill>
                  <a:srgbClr val="546570"/>
                </a:solidFill>
                <a:latin typeface="DejaVu Sans"/>
                <a:ea typeface="DejaVu Sans"/>
                <a:cs typeface="DejaVu Sans"/>
              </a:defRPr>
            </a:lvl5pPr>
            <a:lvl6pPr algn="l">
              <a:defRPr sz="1050" b="0">
                <a:solidFill>
                  <a:srgbClr val="546570"/>
                </a:solidFill>
                <a:latin typeface="DejaVu Sans"/>
                <a:ea typeface="DejaVu Sans"/>
                <a:cs typeface="DejaVu Sans"/>
              </a:defRPr>
            </a:lvl6pPr>
            <a:lvl7pPr algn="l">
              <a:defRPr sz="1050" b="0">
                <a:solidFill>
                  <a:srgbClr val="546570"/>
                </a:solidFill>
                <a:latin typeface="DejaVu Sans"/>
                <a:ea typeface="DejaVu Sans"/>
                <a:cs typeface="DejaVu Sans"/>
              </a:defRPr>
            </a:lvl7pPr>
            <a:lvl8pPr algn="l">
              <a:defRPr sz="1050" b="0">
                <a:solidFill>
                  <a:srgbClr val="546570"/>
                </a:solidFill>
                <a:latin typeface="DejaVu Sans"/>
                <a:ea typeface="DejaVu Sans"/>
                <a:cs typeface="DejaVu Sans"/>
              </a:defRPr>
            </a:lvl8pPr>
            <a:lvl9pPr algn="l">
              <a:defRPr sz="1050" b="0">
                <a:solidFill>
                  <a:srgbClr val="546570"/>
                </a:solidFill>
                <a:latin typeface="DejaVu Sans"/>
                <a:ea typeface="DejaVu Sans"/>
                <a:cs typeface="DejaVu Sans"/>
              </a:defRPr>
            </a:lvl9pPr>
          </a:lstStyle>
          <a:p xmlns:a="http://schemas.openxmlformats.org/drawingml/2006/main">
            <a:pPr algn="l">
              <a:defRPr sz="1050" b="0">
                <a:solidFill>
                  <a:srgbClr val="546570"/>
                </a:solidFill>
                <a:latin typeface="DejaVu Sans"/>
                <a:ea typeface="DejaVu Sans"/>
                <a:cs typeface="DejaVu Sans"/>
              </a:defRPr>
            </a:pPr>
            <a:r>
              <a:rPr sz="1050" b="0">
                <a:solidFill>
                  <a:srgbClr val="546570"/>
                </a:solidFill>
                <a:latin typeface="DejaVu Sans"/>
                <a:ea typeface="DejaVu Sans"/>
                <a:cs typeface="DejaVu Sans"/>
              </a:rPr>
              <a:t>Our proposals draw on [3], [7] and the European Commission’s guidance [10-11].</a:t>
            </a:r>
          </a:p>
        </p:txBody>
      </p:sp>
      <p:graphicFrame>
        <p:nvGraphicFramePr>
          <p:cNvPr id="5" name="">
            <a:extLst xmlns:a="http://schemas.openxmlformats.org/drawingml/2006/main">
              <a:ext uri="{FF2B5EF4-FFF2-40B4-BE49-F238E27FC236}">
                <a16:creationId xmlns:a16="http://schemas.microsoft.com/office/drawing/2014/main" id="{C92BBAD0-5FDA-4260-994F-7083E481E62B}"/>
              </a:ext>
            </a:extLst>
          </p:cNvPr>
          <p:cNvGraphicFramePr/>
          <p:nvPr/>
        </p:nvGraphicFramePr>
        <p:xfrm>
          <a:off xmlns:a="http://schemas.openxmlformats.org/drawingml/2006/main" x="609600" y="1752600"/>
          <a:ext xmlns:a="http://schemas.openxmlformats.org/drawingml/2006/main" cx="10972800" cy="4267200"/>
        </p:xfrm>
        <a:graphic xmlns:a="http://schemas.openxmlformats.org/drawingml/2006/main">
          <a:graphicData uri="http://schemas.openxmlformats.org/drawingml/2006/table">
            <a:tbl>
              <a:tblPr firstRow="0" bandRow="0"/>
              <a:tblGrid>
                <a:gridCol w="2476500"/>
                <a:gridCol w="4848225"/>
                <a:gridCol w="3648075"/>
              </a:tblGrid>
              <a:tr h="514350">
                <a:tc>
                  <a:txBody>
                    <a:bodyPr/>
                    <a:lstStyle/>
                    <a:p>
                      <a:r>
                        <a:rPr sz="1575" b="1">
                          <a:solidFill>
                            <a:srgbClr val="FFFFFF"/>
                          </a:solidFill>
                          <a:latin typeface="DejaVu Sans"/>
                          <a:ea typeface="DejaVu Sans"/>
                          <a:cs typeface="DejaVu Sans"/>
                        </a:rPr>
                        <a:t>Response</a:t>
                      </a:r>
                    </a:p>
                  </a:txBody>
                  <a:tcPr marL="133350" marR="133350" marT="142875" marB="95250" anchor="t">
                    <a:lnL w="6668">
                      <a:solidFill>
                        <a:srgbClr val="D2D8D8"/>
                      </a:solidFill>
                      <a:prstDash val="solid"/>
                    </a:lnL>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c>
                  <a:txBody>
                    <a:bodyPr/>
                    <a:lstStyle/>
                    <a:p>
                      <a:r>
                        <a:rPr sz="1575" b="1">
                          <a:solidFill>
                            <a:srgbClr val="FFFFFF"/>
                          </a:solidFill>
                          <a:latin typeface="DejaVu Sans"/>
                          <a:ea typeface="DejaVu Sans"/>
                          <a:cs typeface="DejaVu Sans"/>
                        </a:rPr>
                        <a:t>Application to the cases</a:t>
                      </a:r>
                    </a:p>
                  </a:txBody>
                  <a:tcPr marL="133350" marR="133350" marT="142875" marB="95250" anchor="t">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c>
                  <a:txBody>
                    <a:bodyPr/>
                    <a:lstStyle/>
                    <a:p>
                      <a:r>
                        <a:rPr sz="1575" b="1">
                          <a:solidFill>
                            <a:srgbClr val="FFFFFF"/>
                          </a:solidFill>
                          <a:latin typeface="DejaVu Sans"/>
                          <a:ea typeface="DejaVu Sans"/>
                          <a:cs typeface="DejaVu Sans"/>
                        </a:rPr>
                        <a:t>Limitation</a:t>
                      </a:r>
                    </a:p>
                  </a:txBody>
                  <a:tcPr marL="133350" marR="133350" marT="142875" marB="95250" anchor="t">
                    <a:lnR w="6668">
                      <a:solidFill>
                        <a:srgbClr val="D2D8D8"/>
                      </a:solidFill>
                      <a:prstDash val="solid"/>
                    </a:lnR>
                    <a:lnT w="6668">
                      <a:solidFill>
                        <a:srgbClr val="D2D8D8"/>
                      </a:solidFill>
                      <a:prstDash val="solid"/>
                    </a:lnT>
                    <a:lnB w="6668">
                      <a:solidFill>
                        <a:srgbClr val="D2D8D8"/>
                      </a:solidFill>
                      <a:prstDash val="solid"/>
                    </a:lnB>
                    <a:solidFill>
                      <a:srgbClr val="142A3C"/>
                    </a:solidFill>
                  </a:tcPr>
                </a:tc>
              </a:tr>
              <a:tr h="938213">
                <a:tc>
                  <a:txBody>
                    <a:bodyPr/>
                    <a:lstStyle/>
                    <a:p>
                      <a:r>
                        <a:rPr sz="1725">
                          <a:solidFill>
                            <a:srgbClr val="142A3C"/>
                          </a:solidFill>
                          <a:latin typeface="DejaVu Sans"/>
                          <a:ea typeface="DejaVu Sans"/>
                          <a:cs typeface="DejaVu Sans"/>
                        </a:rPr>
                        <a:t>Technical controls</a:t>
                      </a:r>
                    </a:p>
                    <a:p>
                      <a:r>
                        <a:rPr sz="1725">
                          <a:solidFill>
                            <a:srgbClr val="142A3C"/>
                          </a:solidFill>
                          <a:latin typeface="DejaVu Sans"/>
                          <a:ea typeface="DejaVu Sans"/>
                          <a:cs typeface="DejaVu Sans"/>
                        </a:rPr>
                        <a:t>Origin checks</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Authenticate callers. Label AI content and preserve origin information.</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Sources can lie. Labels can be removed.</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r h="938213">
                <a:tc>
                  <a:txBody>
                    <a:bodyPr/>
                    <a:lstStyle/>
                    <a:p>
                      <a:r>
                        <a:rPr sz="1725">
                          <a:solidFill>
                            <a:srgbClr val="142A3C"/>
                          </a:solidFill>
                          <a:latin typeface="DejaVu Sans"/>
                          <a:ea typeface="DejaVu Sans"/>
                          <a:cs typeface="DejaVu Sans"/>
                        </a:rPr>
                        <a:t>Organisation</a:t>
                      </a:r>
                    </a:p>
                    <a:p>
                      <a:r>
                        <a:rPr sz="1725">
                          <a:solidFill>
                            <a:srgbClr val="142A3C"/>
                          </a:solidFill>
                          <a:latin typeface="DejaVu Sans"/>
                          <a:ea typeface="DejaVu Sans"/>
                          <a:cs typeface="DejaVu Sans"/>
                        </a:rPr>
                        <a:t>Election response</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Shared contact point, rapid fact-checking and visible corrections.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Corrections may miss the original audience.</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r h="938213">
                <a:tc>
                  <a:txBody>
                    <a:bodyPr/>
                    <a:lstStyle/>
                    <a:p>
                      <a:r>
                        <a:rPr sz="1725">
                          <a:solidFill>
                            <a:srgbClr val="142A3C"/>
                          </a:solidFill>
                          <a:latin typeface="DejaVu Sans"/>
                          <a:ea typeface="DejaVu Sans"/>
                          <a:cs typeface="DejaVu Sans"/>
                        </a:rPr>
                        <a:t>Platform design</a:t>
                      </a:r>
                    </a:p>
                    <a:p>
                      <a:r>
                        <a:rPr sz="1725">
                          <a:solidFill>
                            <a:srgbClr val="142A3C"/>
                          </a:solidFill>
                          <a:latin typeface="DejaVu Sans"/>
                          <a:ea typeface="DejaVu Sans"/>
                          <a:cs typeface="DejaVu Sans"/>
                        </a:rPr>
                        <a:t>Bot detection</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Detect bot farms. Test recommenders for abuse.</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Errors can restrict legitimate debate.</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r h="938213">
                <a:tc>
                  <a:txBody>
                    <a:bodyPr/>
                    <a:lstStyle/>
                    <a:p>
                      <a:r>
                        <a:rPr sz="1725">
                          <a:solidFill>
                            <a:srgbClr val="142A3C"/>
                          </a:solidFill>
                          <a:latin typeface="DejaVu Sans"/>
                          <a:ea typeface="DejaVu Sans"/>
                          <a:cs typeface="DejaVu Sans"/>
                        </a:rPr>
                        <a:t>Regulation</a:t>
                      </a:r>
                    </a:p>
                    <a:p>
                      <a:r>
                        <a:rPr sz="1725">
                          <a:solidFill>
                            <a:srgbClr val="142A3C"/>
                          </a:solidFill>
                          <a:latin typeface="DejaVu Sans"/>
                          <a:ea typeface="DejaVu Sans"/>
                          <a:cs typeface="DejaVu Sans"/>
                        </a:rPr>
                        <a:t>Oversight / appeals</a:t>
                      </a:r>
                    </a:p>
                  </a:txBody>
                  <a:tcPr marL="133350" marR="133350" marT="142875" marB="114300" anchor="t">
                    <a:lnL w="6668">
                      <a:solidFill>
                        <a:srgbClr val="D2D8D8"/>
                      </a:solidFill>
                      <a:prstDash val="solid"/>
                    </a:lnL>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Require risk assessment, researcher access and reasoned decisions.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c>
                  <a:txBody>
                    <a:bodyPr/>
                    <a:lstStyle/>
                    <a:p>
                      <a:r>
                        <a:rPr sz="1725">
                          <a:solidFill>
                            <a:srgbClr val="142A3C"/>
                          </a:solidFill>
                          <a:latin typeface="DejaVu Sans"/>
                          <a:ea typeface="DejaVu Sans"/>
                          <a:cs typeface="DejaVu Sans"/>
                        </a:rPr>
                        <a:t>Oversight needs resources and due process.</a:t>
                      </a:r>
                    </a:p>
                  </a:txBody>
                  <a:tcPr marL="133350" marR="133350" marT="142875" marB="114300" anchor="t">
                    <a:lnR w="6668">
                      <a:solidFill>
                        <a:srgbClr val="D2D8D8"/>
                      </a:solidFill>
                      <a:prstDash val="solid"/>
                    </a:lnR>
                    <a:lnB w="6668">
                      <a:solidFill>
                        <a:srgbClr val="D2D8D8"/>
                      </a:solidFill>
                      <a:prstDash val="solid"/>
                    </a:lnB>
                    <a:solidFill>
                      <a:srgbClr val="F5F3ED"/>
                    </a:solidFill>
                  </a:tcPr>
                </a:tc>
              </a:tr>
            </a:tbl>
          </a:graphicData>
        </a:graphic>
      </p:graphicFrame>
    </p:spTree>
    <p:extLst>
      <p:ext uri="{BB962C8B-B14F-4D97-AF65-F5344CB8AC3E}">
        <p14:creationId xmlns:p14="http://schemas.microsoft.com/office/powerpoint/2010/main" val="1381166013"/>
      </p:ext>
    </p:extLst>
  </p:cSld>
</p:sld>
</file>

<file path=ppt/slides/slide11.xml><?xml version="1.0" encoding="utf-8"?>
<p:sld xmlns:p="http://schemas.openxmlformats.org/presentationml/2006/main">
  <p:cSld>
    <p:bg>
      <p:bgPr>
        <a:solidFill xmlns:a="http://schemas.openxmlformats.org/drawingml/2006/main">
          <a:srgbClr val="142A3C"/>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9AE16D1F-73CF-4AE6-A696-79781D07242F}"/>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C7D3D9"/>
                </a:solidFill>
                <a:latin typeface="DejaVu Sans"/>
                <a:ea typeface="DejaVu Sans"/>
                <a:cs typeface="DejaVu Sans"/>
              </a:defRPr>
            </a:defPPr>
            <a:lvl1pPr algn="l">
              <a:defRPr sz="1200" b="1">
                <a:solidFill>
                  <a:srgbClr val="C7D3D9"/>
                </a:solidFill>
                <a:latin typeface="DejaVu Sans"/>
                <a:ea typeface="DejaVu Sans"/>
                <a:cs typeface="DejaVu Sans"/>
              </a:defRPr>
            </a:lvl1pPr>
            <a:lvl2pPr algn="l">
              <a:defRPr sz="1200" b="1">
                <a:solidFill>
                  <a:srgbClr val="C7D3D9"/>
                </a:solidFill>
                <a:latin typeface="DejaVu Sans"/>
                <a:ea typeface="DejaVu Sans"/>
                <a:cs typeface="DejaVu Sans"/>
              </a:defRPr>
            </a:lvl2pPr>
            <a:lvl3pPr algn="l">
              <a:defRPr sz="1200" b="1">
                <a:solidFill>
                  <a:srgbClr val="C7D3D9"/>
                </a:solidFill>
                <a:latin typeface="DejaVu Sans"/>
                <a:ea typeface="DejaVu Sans"/>
                <a:cs typeface="DejaVu Sans"/>
              </a:defRPr>
            </a:lvl3pPr>
            <a:lvl4pPr algn="l">
              <a:defRPr sz="1200" b="1">
                <a:solidFill>
                  <a:srgbClr val="C7D3D9"/>
                </a:solidFill>
                <a:latin typeface="DejaVu Sans"/>
                <a:ea typeface="DejaVu Sans"/>
                <a:cs typeface="DejaVu Sans"/>
              </a:defRPr>
            </a:lvl4pPr>
            <a:lvl5pPr algn="l">
              <a:defRPr sz="1200" b="1">
                <a:solidFill>
                  <a:srgbClr val="C7D3D9"/>
                </a:solidFill>
                <a:latin typeface="DejaVu Sans"/>
                <a:ea typeface="DejaVu Sans"/>
                <a:cs typeface="DejaVu Sans"/>
              </a:defRPr>
            </a:lvl5pPr>
            <a:lvl6pPr algn="l">
              <a:defRPr sz="1200" b="1">
                <a:solidFill>
                  <a:srgbClr val="C7D3D9"/>
                </a:solidFill>
                <a:latin typeface="DejaVu Sans"/>
                <a:ea typeface="DejaVu Sans"/>
                <a:cs typeface="DejaVu Sans"/>
              </a:defRPr>
            </a:lvl6pPr>
            <a:lvl7pPr algn="l">
              <a:defRPr sz="1200" b="1">
                <a:solidFill>
                  <a:srgbClr val="C7D3D9"/>
                </a:solidFill>
                <a:latin typeface="DejaVu Sans"/>
                <a:ea typeface="DejaVu Sans"/>
                <a:cs typeface="DejaVu Sans"/>
              </a:defRPr>
            </a:lvl7pPr>
            <a:lvl8pPr algn="l">
              <a:defRPr sz="1200" b="1">
                <a:solidFill>
                  <a:srgbClr val="C7D3D9"/>
                </a:solidFill>
                <a:latin typeface="DejaVu Sans"/>
                <a:ea typeface="DejaVu Sans"/>
                <a:cs typeface="DejaVu Sans"/>
              </a:defRPr>
            </a:lvl8pPr>
            <a:lvl9pPr algn="l">
              <a:defRPr sz="1200" b="1">
                <a:solidFill>
                  <a:srgbClr val="C7D3D9"/>
                </a:solidFill>
                <a:latin typeface="DejaVu Sans"/>
                <a:ea typeface="DejaVu Sans"/>
                <a:cs typeface="DejaVu Sans"/>
              </a:defRPr>
            </a:lvl9pPr>
          </a:lstStyle>
          <a:p xmlns:a="http://schemas.openxmlformats.org/drawingml/2006/main">
            <a:pPr algn="l">
              <a:defRPr sz="1200" b="1">
                <a:solidFill>
                  <a:srgbClr val="C7D3D9"/>
                </a:solidFill>
                <a:latin typeface="DejaVu Sans"/>
                <a:ea typeface="DejaVu Sans"/>
                <a:cs typeface="DejaVu Sans"/>
              </a:defRPr>
            </a:pPr>
            <a:r>
              <a:rPr sz="1200" b="1">
                <a:solidFill>
                  <a:srgbClr val="C7D3D9"/>
                </a:solidFill>
                <a:latin typeface="DejaVu Sans"/>
                <a:ea typeface="DejaVu Sans"/>
                <a:cs typeface="DejaVu Sans"/>
              </a:rPr>
              <a:t>REGULATION / POSITION ON 20 OCTOBER 2026</a:t>
            </a:r>
          </a:p>
        </p:txBody>
      </p:sp>
      <p:sp>
        <p:nvSpPr>
          <p:cNvPr id="2" name="slide-title">
            <a:extLst xmlns:a="http://schemas.openxmlformats.org/drawingml/2006/main">
              <a:ext uri="{FF2B5EF4-FFF2-40B4-BE49-F238E27FC236}">
                <a16:creationId xmlns:a16="http://schemas.microsoft.com/office/drawing/2014/main" id="{B16554C7-F800-4BB9-BAEF-F1755EC48948}"/>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EU rules and freedom of expression</a:t>
            </a:r>
          </a:p>
        </p:txBody>
      </p:sp>
      <p:sp>
        <p:nvSpPr>
          <p:cNvPr id="3" name="text-2">
            <a:extLst xmlns:a="http://schemas.openxmlformats.org/drawingml/2006/main">
              <a:ext uri="{FF2B5EF4-FFF2-40B4-BE49-F238E27FC236}">
                <a16:creationId xmlns:a16="http://schemas.microsoft.com/office/drawing/2014/main" id="{B9BD9401-94E0-4C7A-B348-59DA94164AAC}"/>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C7D3D9"/>
                </a:solidFill>
                <a:latin typeface="DejaVu Sans"/>
                <a:ea typeface="DejaVu Sans"/>
                <a:cs typeface="DejaVu Sans"/>
              </a:defRPr>
            </a:defPPr>
            <a:lvl1pPr algn="r">
              <a:defRPr sz="1200" b="0">
                <a:solidFill>
                  <a:srgbClr val="C7D3D9"/>
                </a:solidFill>
                <a:latin typeface="DejaVu Sans"/>
                <a:ea typeface="DejaVu Sans"/>
                <a:cs typeface="DejaVu Sans"/>
              </a:defRPr>
            </a:lvl1pPr>
            <a:lvl2pPr algn="r">
              <a:defRPr sz="1200" b="0">
                <a:solidFill>
                  <a:srgbClr val="C7D3D9"/>
                </a:solidFill>
                <a:latin typeface="DejaVu Sans"/>
                <a:ea typeface="DejaVu Sans"/>
                <a:cs typeface="DejaVu Sans"/>
              </a:defRPr>
            </a:lvl2pPr>
            <a:lvl3pPr algn="r">
              <a:defRPr sz="1200" b="0">
                <a:solidFill>
                  <a:srgbClr val="C7D3D9"/>
                </a:solidFill>
                <a:latin typeface="DejaVu Sans"/>
                <a:ea typeface="DejaVu Sans"/>
                <a:cs typeface="DejaVu Sans"/>
              </a:defRPr>
            </a:lvl3pPr>
            <a:lvl4pPr algn="r">
              <a:defRPr sz="1200" b="0">
                <a:solidFill>
                  <a:srgbClr val="C7D3D9"/>
                </a:solidFill>
                <a:latin typeface="DejaVu Sans"/>
                <a:ea typeface="DejaVu Sans"/>
                <a:cs typeface="DejaVu Sans"/>
              </a:defRPr>
            </a:lvl4pPr>
            <a:lvl5pPr algn="r">
              <a:defRPr sz="1200" b="0">
                <a:solidFill>
                  <a:srgbClr val="C7D3D9"/>
                </a:solidFill>
                <a:latin typeface="DejaVu Sans"/>
                <a:ea typeface="DejaVu Sans"/>
                <a:cs typeface="DejaVu Sans"/>
              </a:defRPr>
            </a:lvl5pPr>
            <a:lvl6pPr algn="r">
              <a:defRPr sz="1200" b="0">
                <a:solidFill>
                  <a:srgbClr val="C7D3D9"/>
                </a:solidFill>
                <a:latin typeface="DejaVu Sans"/>
                <a:ea typeface="DejaVu Sans"/>
                <a:cs typeface="DejaVu Sans"/>
              </a:defRPr>
            </a:lvl6pPr>
            <a:lvl7pPr algn="r">
              <a:defRPr sz="1200" b="0">
                <a:solidFill>
                  <a:srgbClr val="C7D3D9"/>
                </a:solidFill>
                <a:latin typeface="DejaVu Sans"/>
                <a:ea typeface="DejaVu Sans"/>
                <a:cs typeface="DejaVu Sans"/>
              </a:defRPr>
            </a:lvl7pPr>
            <a:lvl8pPr algn="r">
              <a:defRPr sz="1200" b="0">
                <a:solidFill>
                  <a:srgbClr val="C7D3D9"/>
                </a:solidFill>
                <a:latin typeface="DejaVu Sans"/>
                <a:ea typeface="DejaVu Sans"/>
                <a:cs typeface="DejaVu Sans"/>
              </a:defRPr>
            </a:lvl8pPr>
            <a:lvl9pPr algn="r">
              <a:defRPr sz="1200" b="0">
                <a:solidFill>
                  <a:srgbClr val="C7D3D9"/>
                </a:solidFill>
                <a:latin typeface="DejaVu Sans"/>
                <a:ea typeface="DejaVu Sans"/>
                <a:cs typeface="DejaVu Sans"/>
              </a:defRPr>
            </a:lvl9pPr>
          </a:lstStyle>
          <a:p xmlns:a="http://schemas.openxmlformats.org/drawingml/2006/main">
            <a:pPr algn="r">
              <a:defRPr sz="1200" b="0">
                <a:solidFill>
                  <a:srgbClr val="C7D3D9"/>
                </a:solidFill>
                <a:latin typeface="DejaVu Sans"/>
                <a:ea typeface="DejaVu Sans"/>
                <a:cs typeface="DejaVu Sans"/>
              </a:defRPr>
            </a:pPr>
            <a:r>
              <a:rPr sz="1200" b="0">
                <a:solidFill>
                  <a:srgbClr val="C7D3D9"/>
                </a:solidFill>
                <a:latin typeface="DejaVu Sans"/>
                <a:ea typeface="DejaVu Sans"/>
                <a:cs typeface="DejaVu Sans"/>
              </a:rPr>
              <a:t>11</a:t>
            </a:r>
          </a:p>
        </p:txBody>
      </p:sp>
      <p:sp>
        <p:nvSpPr>
          <p:cNvPr id="4" name="text-3">
            <a:extLst xmlns:a="http://schemas.openxmlformats.org/drawingml/2006/main">
              <a:ext uri="{FF2B5EF4-FFF2-40B4-BE49-F238E27FC236}">
                <a16:creationId xmlns:a16="http://schemas.microsoft.com/office/drawing/2014/main" id="{B79584C4-E020-4670-A507-F1463E99A1E9}"/>
              </a:ext>
            </a:extLst>
          </p:cNvPr>
          <p:cNvSpPr>
            <a:spLocks xmlns:a="http://schemas.openxmlformats.org/drawingml/2006/main" noGrp="1"/>
          </p:cNvSpPr>
          <p:nvPr/>
        </p:nvSpPr>
        <p:spPr>
          <a:xfrm xmlns:a="http://schemas.openxmlformats.org/drawingml/2006/main">
            <a:off x="609600" y="640080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C7D3D9"/>
                </a:solidFill>
                <a:latin typeface="DejaVu Sans"/>
                <a:ea typeface="DejaVu Sans"/>
                <a:cs typeface="DejaVu Sans"/>
              </a:defRPr>
            </a:defPPr>
            <a:lvl1pPr algn="l">
              <a:defRPr sz="1050" b="0">
                <a:solidFill>
                  <a:srgbClr val="C7D3D9"/>
                </a:solidFill>
                <a:latin typeface="DejaVu Sans"/>
                <a:ea typeface="DejaVu Sans"/>
                <a:cs typeface="DejaVu Sans"/>
              </a:defRPr>
            </a:lvl1pPr>
            <a:lvl2pPr algn="l">
              <a:defRPr sz="1050" b="0">
                <a:solidFill>
                  <a:srgbClr val="C7D3D9"/>
                </a:solidFill>
                <a:latin typeface="DejaVu Sans"/>
                <a:ea typeface="DejaVu Sans"/>
                <a:cs typeface="DejaVu Sans"/>
              </a:defRPr>
            </a:lvl2pPr>
            <a:lvl3pPr algn="l">
              <a:defRPr sz="1050" b="0">
                <a:solidFill>
                  <a:srgbClr val="C7D3D9"/>
                </a:solidFill>
                <a:latin typeface="DejaVu Sans"/>
                <a:ea typeface="DejaVu Sans"/>
                <a:cs typeface="DejaVu Sans"/>
              </a:defRPr>
            </a:lvl3pPr>
            <a:lvl4pPr algn="l">
              <a:defRPr sz="1050" b="0">
                <a:solidFill>
                  <a:srgbClr val="C7D3D9"/>
                </a:solidFill>
                <a:latin typeface="DejaVu Sans"/>
                <a:ea typeface="DejaVu Sans"/>
                <a:cs typeface="DejaVu Sans"/>
              </a:defRPr>
            </a:lvl4pPr>
            <a:lvl5pPr algn="l">
              <a:defRPr sz="1050" b="0">
                <a:solidFill>
                  <a:srgbClr val="C7D3D9"/>
                </a:solidFill>
                <a:latin typeface="DejaVu Sans"/>
                <a:ea typeface="DejaVu Sans"/>
                <a:cs typeface="DejaVu Sans"/>
              </a:defRPr>
            </a:lvl5pPr>
            <a:lvl6pPr algn="l">
              <a:defRPr sz="1050" b="0">
                <a:solidFill>
                  <a:srgbClr val="C7D3D9"/>
                </a:solidFill>
                <a:latin typeface="DejaVu Sans"/>
                <a:ea typeface="DejaVu Sans"/>
                <a:cs typeface="DejaVu Sans"/>
              </a:defRPr>
            </a:lvl6pPr>
            <a:lvl7pPr algn="l">
              <a:defRPr sz="1050" b="0">
                <a:solidFill>
                  <a:srgbClr val="C7D3D9"/>
                </a:solidFill>
                <a:latin typeface="DejaVu Sans"/>
                <a:ea typeface="DejaVu Sans"/>
                <a:cs typeface="DejaVu Sans"/>
              </a:defRPr>
            </a:lvl7pPr>
            <a:lvl8pPr algn="l">
              <a:defRPr sz="1050" b="0">
                <a:solidFill>
                  <a:srgbClr val="C7D3D9"/>
                </a:solidFill>
                <a:latin typeface="DejaVu Sans"/>
                <a:ea typeface="DejaVu Sans"/>
                <a:cs typeface="DejaVu Sans"/>
              </a:defRPr>
            </a:lvl8pPr>
            <a:lvl9pPr algn="l">
              <a:defRPr sz="1050" b="0">
                <a:solidFill>
                  <a:srgbClr val="C7D3D9"/>
                </a:solidFill>
                <a:latin typeface="DejaVu Sans"/>
                <a:ea typeface="DejaVu Sans"/>
                <a:cs typeface="DejaVu Sans"/>
              </a:defRPr>
            </a:lvl9pPr>
          </a:lstStyle>
          <a:p xmlns:a="http://schemas.openxmlformats.org/drawingml/2006/main">
            <a:pPr algn="l">
              <a:defRPr sz="1050" b="0">
                <a:solidFill>
                  <a:srgbClr val="C7D3D9"/>
                </a:solidFill>
                <a:latin typeface="DejaVu Sans"/>
                <a:ea typeface="DejaVu Sans"/>
                <a:cs typeface="DejaVu Sans"/>
              </a:defRPr>
            </a:pPr>
            <a:r>
              <a:rPr sz="1050" b="0">
                <a:solidFill>
                  <a:srgbClr val="C7D3D9"/>
                </a:solidFill>
                <a:latin typeface="DejaVu Sans"/>
                <a:ea typeface="DejaVu Sans"/>
                <a:cs typeface="DejaVu Sans"/>
              </a:rPr>
              <a:t>[10] European Commission, Article 50 FAQ and Quick Facts. [11] DSA election guidelines. Summary.</a:t>
            </a:r>
          </a:p>
        </p:txBody>
      </p:sp>
      <p:sp>
        <p:nvSpPr>
          <p:cNvPr id="5" name="text-4">
            <a:extLst xmlns:a="http://schemas.openxmlformats.org/drawingml/2006/main">
              <a:ext uri="{FF2B5EF4-FFF2-40B4-BE49-F238E27FC236}">
                <a16:creationId xmlns:a16="http://schemas.microsoft.com/office/drawing/2014/main" id="{201B6FD3-6422-4A87-A433-BA4FA9B633D7}"/>
              </a:ext>
            </a:extLst>
          </p:cNvPr>
          <p:cNvSpPr>
            <a:spLocks xmlns:a="http://schemas.openxmlformats.org/drawingml/2006/main" noGrp="1"/>
          </p:cNvSpPr>
          <p:nvPr/>
        </p:nvSpPr>
        <p:spPr>
          <a:xfrm xmlns:a="http://schemas.openxmlformats.org/drawingml/2006/main">
            <a:off x="609600" y="180975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7D3D9"/>
                </a:solidFill>
                <a:latin typeface="DejaVu Sans"/>
                <a:ea typeface="DejaVu Sans"/>
                <a:cs typeface="DejaVu Sans"/>
              </a:defRPr>
            </a:defPPr>
            <a:lvl1pPr algn="l">
              <a:defRPr sz="1425" b="1">
                <a:solidFill>
                  <a:srgbClr val="C7D3D9"/>
                </a:solidFill>
                <a:latin typeface="DejaVu Sans"/>
                <a:ea typeface="DejaVu Sans"/>
                <a:cs typeface="DejaVu Sans"/>
              </a:defRPr>
            </a:lvl1pPr>
            <a:lvl2pPr algn="l">
              <a:defRPr sz="1425" b="1">
                <a:solidFill>
                  <a:srgbClr val="C7D3D9"/>
                </a:solidFill>
                <a:latin typeface="DejaVu Sans"/>
                <a:ea typeface="DejaVu Sans"/>
                <a:cs typeface="DejaVu Sans"/>
              </a:defRPr>
            </a:lvl2pPr>
            <a:lvl3pPr algn="l">
              <a:defRPr sz="1425" b="1">
                <a:solidFill>
                  <a:srgbClr val="C7D3D9"/>
                </a:solidFill>
                <a:latin typeface="DejaVu Sans"/>
                <a:ea typeface="DejaVu Sans"/>
                <a:cs typeface="DejaVu Sans"/>
              </a:defRPr>
            </a:lvl3pPr>
            <a:lvl4pPr algn="l">
              <a:defRPr sz="1425" b="1">
                <a:solidFill>
                  <a:srgbClr val="C7D3D9"/>
                </a:solidFill>
                <a:latin typeface="DejaVu Sans"/>
                <a:ea typeface="DejaVu Sans"/>
                <a:cs typeface="DejaVu Sans"/>
              </a:defRPr>
            </a:lvl4pPr>
            <a:lvl5pPr algn="l">
              <a:defRPr sz="1425" b="1">
                <a:solidFill>
                  <a:srgbClr val="C7D3D9"/>
                </a:solidFill>
                <a:latin typeface="DejaVu Sans"/>
                <a:ea typeface="DejaVu Sans"/>
                <a:cs typeface="DejaVu Sans"/>
              </a:defRPr>
            </a:lvl5pPr>
            <a:lvl6pPr algn="l">
              <a:defRPr sz="1425" b="1">
                <a:solidFill>
                  <a:srgbClr val="C7D3D9"/>
                </a:solidFill>
                <a:latin typeface="DejaVu Sans"/>
                <a:ea typeface="DejaVu Sans"/>
                <a:cs typeface="DejaVu Sans"/>
              </a:defRPr>
            </a:lvl6pPr>
            <a:lvl7pPr algn="l">
              <a:defRPr sz="1425" b="1">
                <a:solidFill>
                  <a:srgbClr val="C7D3D9"/>
                </a:solidFill>
                <a:latin typeface="DejaVu Sans"/>
                <a:ea typeface="DejaVu Sans"/>
                <a:cs typeface="DejaVu Sans"/>
              </a:defRPr>
            </a:lvl7pPr>
            <a:lvl8pPr algn="l">
              <a:defRPr sz="1425" b="1">
                <a:solidFill>
                  <a:srgbClr val="C7D3D9"/>
                </a:solidFill>
                <a:latin typeface="DejaVu Sans"/>
                <a:ea typeface="DejaVu Sans"/>
                <a:cs typeface="DejaVu Sans"/>
              </a:defRPr>
            </a:lvl8pPr>
            <a:lvl9pPr algn="l">
              <a:defRPr sz="1425" b="1">
                <a:solidFill>
                  <a:srgbClr val="C7D3D9"/>
                </a:solidFill>
                <a:latin typeface="DejaVu Sans"/>
                <a:ea typeface="DejaVu Sans"/>
                <a:cs typeface="DejaVu Sans"/>
              </a:defRPr>
            </a:lvl9pPr>
          </a:lstStyle>
          <a:p xmlns:a="http://schemas.openxmlformats.org/drawingml/2006/main">
            <a:pPr algn="l">
              <a:defRPr sz="1425" b="1">
                <a:solidFill>
                  <a:srgbClr val="C7D3D9"/>
                </a:solidFill>
                <a:latin typeface="DejaVu Sans"/>
                <a:ea typeface="DejaVu Sans"/>
                <a:cs typeface="DejaVu Sans"/>
              </a:defRPr>
            </a:pPr>
            <a:r>
              <a:rPr sz="1425" b="1">
                <a:solidFill>
                  <a:srgbClr val="C7D3D9"/>
                </a:solidFill>
                <a:latin typeface="DejaVu Sans"/>
                <a:ea typeface="DejaVu Sans"/>
                <a:cs typeface="DejaVu Sans"/>
              </a:rPr>
              <a:t>AI ACT, ARTICLE 50</a:t>
            </a:r>
          </a:p>
        </p:txBody>
      </p:sp>
      <p:sp>
        <p:nvSpPr>
          <p:cNvPr id="6" name="text-5">
            <a:extLst xmlns:a="http://schemas.openxmlformats.org/drawingml/2006/main">
              <a:ext uri="{FF2B5EF4-FFF2-40B4-BE49-F238E27FC236}">
                <a16:creationId xmlns:a16="http://schemas.microsoft.com/office/drawing/2014/main" id="{26FD950B-BCF0-41D1-A85D-2E02EB79520E}"/>
              </a:ext>
            </a:extLst>
          </p:cNvPr>
          <p:cNvSpPr>
            <a:spLocks xmlns:a="http://schemas.openxmlformats.org/drawingml/2006/main" noGrp="1"/>
          </p:cNvSpPr>
          <p:nvPr/>
        </p:nvSpPr>
        <p:spPr>
          <a:xfrm xmlns:a="http://schemas.openxmlformats.org/drawingml/2006/main">
            <a:off x="609600" y="2133600"/>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DejaVu Sans"/>
                <a:ea typeface="DejaVu Sans"/>
                <a:cs typeface="DejaVu Sans"/>
              </a:defRPr>
            </a:defPPr>
            <a:lvl1pPr algn="l">
              <a:defRPr sz="2100" b="0">
                <a:solidFill>
                  <a:srgbClr val="FFFFFF"/>
                </a:solidFill>
                <a:latin typeface="DejaVu Sans"/>
                <a:ea typeface="DejaVu Sans"/>
                <a:cs typeface="DejaVu Sans"/>
              </a:defRPr>
            </a:lvl1pPr>
            <a:lvl2pPr algn="l">
              <a:defRPr sz="2100" b="0">
                <a:solidFill>
                  <a:srgbClr val="FFFFFF"/>
                </a:solidFill>
                <a:latin typeface="DejaVu Sans"/>
                <a:ea typeface="DejaVu Sans"/>
                <a:cs typeface="DejaVu Sans"/>
              </a:defRPr>
            </a:lvl2pPr>
            <a:lvl3pPr algn="l">
              <a:defRPr sz="2100" b="0">
                <a:solidFill>
                  <a:srgbClr val="FFFFFF"/>
                </a:solidFill>
                <a:latin typeface="DejaVu Sans"/>
                <a:ea typeface="DejaVu Sans"/>
                <a:cs typeface="DejaVu Sans"/>
              </a:defRPr>
            </a:lvl3pPr>
            <a:lvl4pPr algn="l">
              <a:defRPr sz="2100" b="0">
                <a:solidFill>
                  <a:srgbClr val="FFFFFF"/>
                </a:solidFill>
                <a:latin typeface="DejaVu Sans"/>
                <a:ea typeface="DejaVu Sans"/>
                <a:cs typeface="DejaVu Sans"/>
              </a:defRPr>
            </a:lvl4pPr>
            <a:lvl5pPr algn="l">
              <a:defRPr sz="2100" b="0">
                <a:solidFill>
                  <a:srgbClr val="FFFFFF"/>
                </a:solidFill>
                <a:latin typeface="DejaVu Sans"/>
                <a:ea typeface="DejaVu Sans"/>
                <a:cs typeface="DejaVu Sans"/>
              </a:defRPr>
            </a:lvl5pPr>
            <a:lvl6pPr algn="l">
              <a:defRPr sz="2100" b="0">
                <a:solidFill>
                  <a:srgbClr val="FFFFFF"/>
                </a:solidFill>
                <a:latin typeface="DejaVu Sans"/>
                <a:ea typeface="DejaVu Sans"/>
                <a:cs typeface="DejaVu Sans"/>
              </a:defRPr>
            </a:lvl6pPr>
            <a:lvl7pPr algn="l">
              <a:defRPr sz="2100" b="0">
                <a:solidFill>
                  <a:srgbClr val="FFFFFF"/>
                </a:solidFill>
                <a:latin typeface="DejaVu Sans"/>
                <a:ea typeface="DejaVu Sans"/>
                <a:cs typeface="DejaVu Sans"/>
              </a:defRPr>
            </a:lvl7pPr>
            <a:lvl8pPr algn="l">
              <a:defRPr sz="2100" b="0">
                <a:solidFill>
                  <a:srgbClr val="FFFFFF"/>
                </a:solidFill>
                <a:latin typeface="DejaVu Sans"/>
                <a:ea typeface="DejaVu Sans"/>
                <a:cs typeface="DejaVu Sans"/>
              </a:defRPr>
            </a:lvl8pPr>
            <a:lvl9pPr algn="l">
              <a:defRPr sz="2100" b="0">
                <a:solidFill>
                  <a:srgbClr val="FFFFFF"/>
                </a:solidFill>
                <a:latin typeface="DejaVu Sans"/>
                <a:ea typeface="DejaVu Sans"/>
                <a:cs typeface="DejaVu Sans"/>
              </a:defRPr>
            </a:lvl9pPr>
          </a:lstStyle>
          <a:p xmlns:a="http://schemas.openxmlformats.org/drawingml/2006/main">
            <a:pPr algn="l">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Actors within scope must disclose deepfakes. Providers also face machine-readable marking requirements for generated content.</a:t>
            </a:r>
          </a:p>
        </p:txBody>
      </p:sp>
      <p:sp>
        <p:nvSpPr>
          <p:cNvPr id="7" name="text-6">
            <a:extLst xmlns:a="http://schemas.openxmlformats.org/drawingml/2006/main">
              <a:ext uri="{FF2B5EF4-FFF2-40B4-BE49-F238E27FC236}">
                <a16:creationId xmlns:a16="http://schemas.microsoft.com/office/drawing/2014/main" id="{DDDB0F03-1CA7-4069-A846-97AA54C812F5}"/>
              </a:ext>
            </a:extLst>
          </p:cNvPr>
          <p:cNvSpPr>
            <a:spLocks xmlns:a="http://schemas.openxmlformats.org/drawingml/2006/main" noGrp="1"/>
          </p:cNvSpPr>
          <p:nvPr/>
        </p:nvSpPr>
        <p:spPr>
          <a:xfrm xmlns:a="http://schemas.openxmlformats.org/drawingml/2006/main">
            <a:off x="609600" y="333375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7D3D9"/>
                </a:solidFill>
                <a:latin typeface="DejaVu Sans"/>
                <a:ea typeface="DejaVu Sans"/>
                <a:cs typeface="DejaVu Sans"/>
              </a:defRPr>
            </a:defPPr>
            <a:lvl1pPr algn="l">
              <a:defRPr sz="1425" b="1">
                <a:solidFill>
                  <a:srgbClr val="C7D3D9"/>
                </a:solidFill>
                <a:latin typeface="DejaVu Sans"/>
                <a:ea typeface="DejaVu Sans"/>
                <a:cs typeface="DejaVu Sans"/>
              </a:defRPr>
            </a:lvl1pPr>
            <a:lvl2pPr algn="l">
              <a:defRPr sz="1425" b="1">
                <a:solidFill>
                  <a:srgbClr val="C7D3D9"/>
                </a:solidFill>
                <a:latin typeface="DejaVu Sans"/>
                <a:ea typeface="DejaVu Sans"/>
                <a:cs typeface="DejaVu Sans"/>
              </a:defRPr>
            </a:lvl2pPr>
            <a:lvl3pPr algn="l">
              <a:defRPr sz="1425" b="1">
                <a:solidFill>
                  <a:srgbClr val="C7D3D9"/>
                </a:solidFill>
                <a:latin typeface="DejaVu Sans"/>
                <a:ea typeface="DejaVu Sans"/>
                <a:cs typeface="DejaVu Sans"/>
              </a:defRPr>
            </a:lvl3pPr>
            <a:lvl4pPr algn="l">
              <a:defRPr sz="1425" b="1">
                <a:solidFill>
                  <a:srgbClr val="C7D3D9"/>
                </a:solidFill>
                <a:latin typeface="DejaVu Sans"/>
                <a:ea typeface="DejaVu Sans"/>
                <a:cs typeface="DejaVu Sans"/>
              </a:defRPr>
            </a:lvl4pPr>
            <a:lvl5pPr algn="l">
              <a:defRPr sz="1425" b="1">
                <a:solidFill>
                  <a:srgbClr val="C7D3D9"/>
                </a:solidFill>
                <a:latin typeface="DejaVu Sans"/>
                <a:ea typeface="DejaVu Sans"/>
                <a:cs typeface="DejaVu Sans"/>
              </a:defRPr>
            </a:lvl5pPr>
            <a:lvl6pPr algn="l">
              <a:defRPr sz="1425" b="1">
                <a:solidFill>
                  <a:srgbClr val="C7D3D9"/>
                </a:solidFill>
                <a:latin typeface="DejaVu Sans"/>
                <a:ea typeface="DejaVu Sans"/>
                <a:cs typeface="DejaVu Sans"/>
              </a:defRPr>
            </a:lvl6pPr>
            <a:lvl7pPr algn="l">
              <a:defRPr sz="1425" b="1">
                <a:solidFill>
                  <a:srgbClr val="C7D3D9"/>
                </a:solidFill>
                <a:latin typeface="DejaVu Sans"/>
                <a:ea typeface="DejaVu Sans"/>
                <a:cs typeface="DejaVu Sans"/>
              </a:defRPr>
            </a:lvl7pPr>
            <a:lvl8pPr algn="l">
              <a:defRPr sz="1425" b="1">
                <a:solidFill>
                  <a:srgbClr val="C7D3D9"/>
                </a:solidFill>
                <a:latin typeface="DejaVu Sans"/>
                <a:ea typeface="DejaVu Sans"/>
                <a:cs typeface="DejaVu Sans"/>
              </a:defRPr>
            </a:lvl8pPr>
            <a:lvl9pPr algn="l">
              <a:defRPr sz="1425" b="1">
                <a:solidFill>
                  <a:srgbClr val="C7D3D9"/>
                </a:solidFill>
                <a:latin typeface="DejaVu Sans"/>
                <a:ea typeface="DejaVu Sans"/>
                <a:cs typeface="DejaVu Sans"/>
              </a:defRPr>
            </a:lvl9pPr>
          </a:lstStyle>
          <a:p xmlns:a="http://schemas.openxmlformats.org/drawingml/2006/main">
            <a:pPr algn="l">
              <a:defRPr sz="1425" b="1">
                <a:solidFill>
                  <a:srgbClr val="C7D3D9"/>
                </a:solidFill>
                <a:latin typeface="DejaVu Sans"/>
                <a:ea typeface="DejaVu Sans"/>
                <a:cs typeface="DejaVu Sans"/>
              </a:defRPr>
            </a:pPr>
            <a:r>
              <a:rPr sz="1425" b="1">
                <a:solidFill>
                  <a:srgbClr val="C7D3D9"/>
                </a:solidFill>
                <a:latin typeface="DejaVu Sans"/>
                <a:ea typeface="DejaVu Sans"/>
                <a:cs typeface="DejaVu Sans"/>
              </a:rPr>
              <a:t>DIGITAL SERVICES ACT</a:t>
            </a:r>
          </a:p>
        </p:txBody>
      </p:sp>
      <p:sp>
        <p:nvSpPr>
          <p:cNvPr id="8" name="text-7">
            <a:extLst xmlns:a="http://schemas.openxmlformats.org/drawingml/2006/main">
              <a:ext uri="{FF2B5EF4-FFF2-40B4-BE49-F238E27FC236}">
                <a16:creationId xmlns:a16="http://schemas.microsoft.com/office/drawing/2014/main" id="{944255B5-5FBD-4EE8-BB63-5859EBBEE872}"/>
              </a:ext>
            </a:extLst>
          </p:cNvPr>
          <p:cNvSpPr>
            <a:spLocks xmlns:a="http://schemas.openxmlformats.org/drawingml/2006/main" noGrp="1"/>
          </p:cNvSpPr>
          <p:nvPr/>
        </p:nvSpPr>
        <p:spPr>
          <a:xfrm xmlns:a="http://schemas.openxmlformats.org/drawingml/2006/main">
            <a:off x="609600" y="3657600"/>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DejaVu Sans"/>
                <a:ea typeface="DejaVu Sans"/>
                <a:cs typeface="DejaVu Sans"/>
              </a:defRPr>
            </a:defPPr>
            <a:lvl1pPr algn="l">
              <a:defRPr sz="2100" b="0">
                <a:solidFill>
                  <a:srgbClr val="FFFFFF"/>
                </a:solidFill>
                <a:latin typeface="DejaVu Sans"/>
                <a:ea typeface="DejaVu Sans"/>
                <a:cs typeface="DejaVu Sans"/>
              </a:defRPr>
            </a:lvl1pPr>
            <a:lvl2pPr algn="l">
              <a:defRPr sz="2100" b="0">
                <a:solidFill>
                  <a:srgbClr val="FFFFFF"/>
                </a:solidFill>
                <a:latin typeface="DejaVu Sans"/>
                <a:ea typeface="DejaVu Sans"/>
                <a:cs typeface="DejaVu Sans"/>
              </a:defRPr>
            </a:lvl2pPr>
            <a:lvl3pPr algn="l">
              <a:defRPr sz="2100" b="0">
                <a:solidFill>
                  <a:srgbClr val="FFFFFF"/>
                </a:solidFill>
                <a:latin typeface="DejaVu Sans"/>
                <a:ea typeface="DejaVu Sans"/>
                <a:cs typeface="DejaVu Sans"/>
              </a:defRPr>
            </a:lvl3pPr>
            <a:lvl4pPr algn="l">
              <a:defRPr sz="2100" b="0">
                <a:solidFill>
                  <a:srgbClr val="FFFFFF"/>
                </a:solidFill>
                <a:latin typeface="DejaVu Sans"/>
                <a:ea typeface="DejaVu Sans"/>
                <a:cs typeface="DejaVu Sans"/>
              </a:defRPr>
            </a:lvl4pPr>
            <a:lvl5pPr algn="l">
              <a:defRPr sz="2100" b="0">
                <a:solidFill>
                  <a:srgbClr val="FFFFFF"/>
                </a:solidFill>
                <a:latin typeface="DejaVu Sans"/>
                <a:ea typeface="DejaVu Sans"/>
                <a:cs typeface="DejaVu Sans"/>
              </a:defRPr>
            </a:lvl5pPr>
            <a:lvl6pPr algn="l">
              <a:defRPr sz="2100" b="0">
                <a:solidFill>
                  <a:srgbClr val="FFFFFF"/>
                </a:solidFill>
                <a:latin typeface="DejaVu Sans"/>
                <a:ea typeface="DejaVu Sans"/>
                <a:cs typeface="DejaVu Sans"/>
              </a:defRPr>
            </a:lvl6pPr>
            <a:lvl7pPr algn="l">
              <a:defRPr sz="2100" b="0">
                <a:solidFill>
                  <a:srgbClr val="FFFFFF"/>
                </a:solidFill>
                <a:latin typeface="DejaVu Sans"/>
                <a:ea typeface="DejaVu Sans"/>
                <a:cs typeface="DejaVu Sans"/>
              </a:defRPr>
            </a:lvl7pPr>
            <a:lvl8pPr algn="l">
              <a:defRPr sz="2100" b="0">
                <a:solidFill>
                  <a:srgbClr val="FFFFFF"/>
                </a:solidFill>
                <a:latin typeface="DejaVu Sans"/>
                <a:ea typeface="DejaVu Sans"/>
                <a:cs typeface="DejaVu Sans"/>
              </a:defRPr>
            </a:lvl8pPr>
            <a:lvl9pPr algn="l">
              <a:defRPr sz="2100" b="0">
                <a:solidFill>
                  <a:srgbClr val="FFFFFF"/>
                </a:solidFill>
                <a:latin typeface="DejaVu Sans"/>
                <a:ea typeface="DejaVu Sans"/>
                <a:cs typeface="DejaVu Sans"/>
              </a:defRPr>
            </a:lvl9pPr>
          </a:lstStyle>
          <a:p xmlns:a="http://schemas.openxmlformats.org/drawingml/2006/main">
            <a:pPr algn="l">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Very large platforms must assess and mitigate systemic election risks. Oversight and researcher access support scrutiny.</a:t>
            </a:r>
          </a:p>
        </p:txBody>
      </p:sp>
      <p:sp>
        <p:nvSpPr>
          <p:cNvPr id="9" name="text-8">
            <a:extLst xmlns:a="http://schemas.openxmlformats.org/drawingml/2006/main">
              <a:ext uri="{FF2B5EF4-FFF2-40B4-BE49-F238E27FC236}">
                <a16:creationId xmlns:a16="http://schemas.microsoft.com/office/drawing/2014/main" id="{FE888CCD-BD8A-46BE-99F2-72FA9DD1E304}"/>
              </a:ext>
            </a:extLst>
          </p:cNvPr>
          <p:cNvSpPr>
            <a:spLocks xmlns:a="http://schemas.openxmlformats.org/drawingml/2006/main" noGrp="1"/>
          </p:cNvSpPr>
          <p:nvPr/>
        </p:nvSpPr>
        <p:spPr>
          <a:xfrm xmlns:a="http://schemas.openxmlformats.org/drawingml/2006/main">
            <a:off x="609600" y="4981575"/>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91D0C2"/>
                </a:solidFill>
                <a:latin typeface="DejaVu Sans"/>
                <a:ea typeface="DejaVu Sans"/>
                <a:cs typeface="DejaVu Sans"/>
              </a:defRPr>
            </a:defPPr>
            <a:lvl1pPr algn="l">
              <a:defRPr sz="2175" b="1">
                <a:solidFill>
                  <a:srgbClr val="91D0C2"/>
                </a:solidFill>
                <a:latin typeface="DejaVu Sans"/>
                <a:ea typeface="DejaVu Sans"/>
                <a:cs typeface="DejaVu Sans"/>
              </a:defRPr>
            </a:lvl1pPr>
            <a:lvl2pPr algn="l">
              <a:defRPr sz="2175" b="1">
                <a:solidFill>
                  <a:srgbClr val="91D0C2"/>
                </a:solidFill>
                <a:latin typeface="DejaVu Sans"/>
                <a:ea typeface="DejaVu Sans"/>
                <a:cs typeface="DejaVu Sans"/>
              </a:defRPr>
            </a:lvl2pPr>
            <a:lvl3pPr algn="l">
              <a:defRPr sz="2175" b="1">
                <a:solidFill>
                  <a:srgbClr val="91D0C2"/>
                </a:solidFill>
                <a:latin typeface="DejaVu Sans"/>
                <a:ea typeface="DejaVu Sans"/>
                <a:cs typeface="DejaVu Sans"/>
              </a:defRPr>
            </a:lvl3pPr>
            <a:lvl4pPr algn="l">
              <a:defRPr sz="2175" b="1">
                <a:solidFill>
                  <a:srgbClr val="91D0C2"/>
                </a:solidFill>
                <a:latin typeface="DejaVu Sans"/>
                <a:ea typeface="DejaVu Sans"/>
                <a:cs typeface="DejaVu Sans"/>
              </a:defRPr>
            </a:lvl4pPr>
            <a:lvl5pPr algn="l">
              <a:defRPr sz="2175" b="1">
                <a:solidFill>
                  <a:srgbClr val="91D0C2"/>
                </a:solidFill>
                <a:latin typeface="DejaVu Sans"/>
                <a:ea typeface="DejaVu Sans"/>
                <a:cs typeface="DejaVu Sans"/>
              </a:defRPr>
            </a:lvl5pPr>
            <a:lvl6pPr algn="l">
              <a:defRPr sz="2175" b="1">
                <a:solidFill>
                  <a:srgbClr val="91D0C2"/>
                </a:solidFill>
                <a:latin typeface="DejaVu Sans"/>
                <a:ea typeface="DejaVu Sans"/>
                <a:cs typeface="DejaVu Sans"/>
              </a:defRPr>
            </a:lvl6pPr>
            <a:lvl7pPr algn="l">
              <a:defRPr sz="2175" b="1">
                <a:solidFill>
                  <a:srgbClr val="91D0C2"/>
                </a:solidFill>
                <a:latin typeface="DejaVu Sans"/>
                <a:ea typeface="DejaVu Sans"/>
                <a:cs typeface="DejaVu Sans"/>
              </a:defRPr>
            </a:lvl7pPr>
            <a:lvl8pPr algn="l">
              <a:defRPr sz="2175" b="1">
                <a:solidFill>
                  <a:srgbClr val="91D0C2"/>
                </a:solidFill>
                <a:latin typeface="DejaVu Sans"/>
                <a:ea typeface="DejaVu Sans"/>
                <a:cs typeface="DejaVu Sans"/>
              </a:defRPr>
            </a:lvl8pPr>
            <a:lvl9pPr algn="l">
              <a:defRPr sz="2175" b="1">
                <a:solidFill>
                  <a:srgbClr val="91D0C2"/>
                </a:solidFill>
                <a:latin typeface="DejaVu Sans"/>
                <a:ea typeface="DejaVu Sans"/>
                <a:cs typeface="DejaVu Sans"/>
              </a:defRPr>
            </a:lvl9pPr>
          </a:lstStyle>
          <a:p xmlns:a="http://schemas.openxmlformats.org/drawingml/2006/main">
            <a:pPr algn="l">
              <a:defRPr sz="2175" b="1">
                <a:solidFill>
                  <a:srgbClr val="91D0C2"/>
                </a:solidFill>
                <a:latin typeface="DejaVu Sans"/>
                <a:ea typeface="DejaVu Sans"/>
                <a:cs typeface="DejaVu Sans"/>
              </a:defRPr>
            </a:pPr>
            <a:r>
              <a:rPr sz="2175" b="1">
                <a:solidFill>
                  <a:srgbClr val="91D0C2"/>
                </a:solidFill>
                <a:latin typeface="DejaVu Sans"/>
                <a:ea typeface="DejaVu Sans"/>
                <a:cs typeface="DejaVu Sans"/>
              </a:rPr>
              <a:t>Interventions should be proportionate, reasoned and open to appeal. Satire and legitimate political debate need protection.</a:t>
            </a:r>
          </a:p>
        </p:txBody>
      </p:sp>
      <p:sp>
        <p:nvSpPr>
          <p:cNvPr id="10" name="text-9">
            <a:extLst xmlns:a="http://schemas.openxmlformats.org/drawingml/2006/main">
              <a:ext uri="{FF2B5EF4-FFF2-40B4-BE49-F238E27FC236}">
                <a16:creationId xmlns:a16="http://schemas.microsoft.com/office/drawing/2014/main" id="{4676DCA4-C28C-42B0-9340-2B9114CCFF83}"/>
              </a:ext>
            </a:extLst>
          </p:cNvPr>
          <p:cNvSpPr>
            <a:spLocks xmlns:a="http://schemas.openxmlformats.org/drawingml/2006/main" noGrp="1"/>
          </p:cNvSpPr>
          <p:nvPr/>
        </p:nvSpPr>
        <p:spPr>
          <a:xfrm xmlns:a="http://schemas.openxmlformats.org/drawingml/2006/main">
            <a:off x="609600" y="6019800"/>
            <a:ext cx="1076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C7D3D9"/>
                </a:solidFill>
                <a:latin typeface="DejaVu Sans"/>
                <a:ea typeface="DejaVu Sans"/>
                <a:cs typeface="DejaVu Sans"/>
              </a:defRPr>
            </a:defPPr>
            <a:lvl1pPr algn="l">
              <a:defRPr sz="1200" b="0">
                <a:solidFill>
                  <a:srgbClr val="C7D3D9"/>
                </a:solidFill>
                <a:latin typeface="DejaVu Sans"/>
                <a:ea typeface="DejaVu Sans"/>
                <a:cs typeface="DejaVu Sans"/>
              </a:defRPr>
            </a:lvl1pPr>
            <a:lvl2pPr algn="l">
              <a:defRPr sz="1200" b="0">
                <a:solidFill>
                  <a:srgbClr val="C7D3D9"/>
                </a:solidFill>
                <a:latin typeface="DejaVu Sans"/>
                <a:ea typeface="DejaVu Sans"/>
                <a:cs typeface="DejaVu Sans"/>
              </a:defRPr>
            </a:lvl2pPr>
            <a:lvl3pPr algn="l">
              <a:defRPr sz="1200" b="0">
                <a:solidFill>
                  <a:srgbClr val="C7D3D9"/>
                </a:solidFill>
                <a:latin typeface="DejaVu Sans"/>
                <a:ea typeface="DejaVu Sans"/>
                <a:cs typeface="DejaVu Sans"/>
              </a:defRPr>
            </a:lvl3pPr>
            <a:lvl4pPr algn="l">
              <a:defRPr sz="1200" b="0">
                <a:solidFill>
                  <a:srgbClr val="C7D3D9"/>
                </a:solidFill>
                <a:latin typeface="DejaVu Sans"/>
                <a:ea typeface="DejaVu Sans"/>
                <a:cs typeface="DejaVu Sans"/>
              </a:defRPr>
            </a:lvl4pPr>
            <a:lvl5pPr algn="l">
              <a:defRPr sz="1200" b="0">
                <a:solidFill>
                  <a:srgbClr val="C7D3D9"/>
                </a:solidFill>
                <a:latin typeface="DejaVu Sans"/>
                <a:ea typeface="DejaVu Sans"/>
                <a:cs typeface="DejaVu Sans"/>
              </a:defRPr>
            </a:lvl5pPr>
            <a:lvl6pPr algn="l">
              <a:defRPr sz="1200" b="0">
                <a:solidFill>
                  <a:srgbClr val="C7D3D9"/>
                </a:solidFill>
                <a:latin typeface="DejaVu Sans"/>
                <a:ea typeface="DejaVu Sans"/>
                <a:cs typeface="DejaVu Sans"/>
              </a:defRPr>
            </a:lvl6pPr>
            <a:lvl7pPr algn="l">
              <a:defRPr sz="1200" b="0">
                <a:solidFill>
                  <a:srgbClr val="C7D3D9"/>
                </a:solidFill>
                <a:latin typeface="DejaVu Sans"/>
                <a:ea typeface="DejaVu Sans"/>
                <a:cs typeface="DejaVu Sans"/>
              </a:defRPr>
            </a:lvl7pPr>
            <a:lvl8pPr algn="l">
              <a:defRPr sz="1200" b="0">
                <a:solidFill>
                  <a:srgbClr val="C7D3D9"/>
                </a:solidFill>
                <a:latin typeface="DejaVu Sans"/>
                <a:ea typeface="DejaVu Sans"/>
                <a:cs typeface="DejaVu Sans"/>
              </a:defRPr>
            </a:lvl8pPr>
            <a:lvl9pPr algn="l">
              <a:defRPr sz="1200" b="0">
                <a:solidFill>
                  <a:srgbClr val="C7D3D9"/>
                </a:solidFill>
                <a:latin typeface="DejaVu Sans"/>
                <a:ea typeface="DejaVu Sans"/>
                <a:cs typeface="DejaVu Sans"/>
              </a:defRPr>
            </a:lvl9pPr>
          </a:lstStyle>
          <a:p xmlns:a="http://schemas.openxmlformats.org/drawingml/2006/main">
            <a:pPr algn="l">
              <a:defRPr sz="1200" b="0">
                <a:solidFill>
                  <a:srgbClr val="C7D3D9"/>
                </a:solidFill>
                <a:latin typeface="DejaVu Sans"/>
                <a:ea typeface="DejaVu Sans"/>
                <a:cs typeface="DejaVu Sans"/>
              </a:defRPr>
            </a:pPr>
            <a:r>
              <a:rPr sz="1200" b="0">
                <a:solidFill>
                  <a:srgbClr val="C7D3D9"/>
                </a:solidFill>
                <a:latin typeface="DejaVu Sans"/>
                <a:ea typeface="DejaVu Sans"/>
                <a:cs typeface="DejaVu Sans"/>
              </a:rPr>
              <a:t>Article 50 applies from 2 August 2026. Certain existing systems have a transition period until 2 December 2026 for technical marking.</a:t>
            </a:r>
          </a:p>
        </p:txBody>
      </p:sp>
    </p:spTree>
    <p:extLst>
      <p:ext uri="{BB962C8B-B14F-4D97-AF65-F5344CB8AC3E}">
        <p14:creationId xmlns:p14="http://schemas.microsoft.com/office/powerpoint/2010/main" val="1532154921"/>
      </p:ext>
    </p:extLst>
  </p:cSld>
</p:sld>
</file>

<file path=ppt/slides/slide1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98F6935-179F-4A1F-84F1-A316EFDD2D25}"/>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3786E"/>
                </a:solidFill>
                <a:latin typeface="DejaVu Sans"/>
                <a:ea typeface="DejaVu Sans"/>
                <a:cs typeface="DejaVu Sans"/>
              </a:defRPr>
            </a:defPPr>
            <a:lvl1pPr algn="l">
              <a:defRPr sz="1200" b="1">
                <a:solidFill>
                  <a:srgbClr val="13786E"/>
                </a:solidFill>
                <a:latin typeface="DejaVu Sans"/>
                <a:ea typeface="DejaVu Sans"/>
                <a:cs typeface="DejaVu Sans"/>
              </a:defRPr>
            </a:lvl1pPr>
            <a:lvl2pPr algn="l">
              <a:defRPr sz="1200" b="1">
                <a:solidFill>
                  <a:srgbClr val="13786E"/>
                </a:solidFill>
                <a:latin typeface="DejaVu Sans"/>
                <a:ea typeface="DejaVu Sans"/>
                <a:cs typeface="DejaVu Sans"/>
              </a:defRPr>
            </a:lvl2pPr>
            <a:lvl3pPr algn="l">
              <a:defRPr sz="1200" b="1">
                <a:solidFill>
                  <a:srgbClr val="13786E"/>
                </a:solidFill>
                <a:latin typeface="DejaVu Sans"/>
                <a:ea typeface="DejaVu Sans"/>
                <a:cs typeface="DejaVu Sans"/>
              </a:defRPr>
            </a:lvl3pPr>
            <a:lvl4pPr algn="l">
              <a:defRPr sz="1200" b="1">
                <a:solidFill>
                  <a:srgbClr val="13786E"/>
                </a:solidFill>
                <a:latin typeface="DejaVu Sans"/>
                <a:ea typeface="DejaVu Sans"/>
                <a:cs typeface="DejaVu Sans"/>
              </a:defRPr>
            </a:lvl4pPr>
            <a:lvl5pPr algn="l">
              <a:defRPr sz="1200" b="1">
                <a:solidFill>
                  <a:srgbClr val="13786E"/>
                </a:solidFill>
                <a:latin typeface="DejaVu Sans"/>
                <a:ea typeface="DejaVu Sans"/>
                <a:cs typeface="DejaVu Sans"/>
              </a:defRPr>
            </a:lvl5pPr>
            <a:lvl6pPr algn="l">
              <a:defRPr sz="1200" b="1">
                <a:solidFill>
                  <a:srgbClr val="13786E"/>
                </a:solidFill>
                <a:latin typeface="DejaVu Sans"/>
                <a:ea typeface="DejaVu Sans"/>
                <a:cs typeface="DejaVu Sans"/>
              </a:defRPr>
            </a:lvl6pPr>
            <a:lvl7pPr algn="l">
              <a:defRPr sz="1200" b="1">
                <a:solidFill>
                  <a:srgbClr val="13786E"/>
                </a:solidFill>
                <a:latin typeface="DejaVu Sans"/>
                <a:ea typeface="DejaVu Sans"/>
                <a:cs typeface="DejaVu Sans"/>
              </a:defRPr>
            </a:lvl7pPr>
            <a:lvl8pPr algn="l">
              <a:defRPr sz="1200" b="1">
                <a:solidFill>
                  <a:srgbClr val="13786E"/>
                </a:solidFill>
                <a:latin typeface="DejaVu Sans"/>
                <a:ea typeface="DejaVu Sans"/>
                <a:cs typeface="DejaVu Sans"/>
              </a:defRPr>
            </a:lvl8pPr>
            <a:lvl9pPr algn="l">
              <a:defRPr sz="1200" b="1">
                <a:solidFill>
                  <a:srgbClr val="13786E"/>
                </a:solidFill>
                <a:latin typeface="DejaVu Sans"/>
                <a:ea typeface="DejaVu Sans"/>
                <a:cs typeface="DejaVu Sans"/>
              </a:defRPr>
            </a:lvl9pPr>
          </a:lstStyle>
          <a:p xmlns:a="http://schemas.openxmlformats.org/drawingml/2006/main">
            <a:pPr algn="l">
              <a:defRPr sz="1200" b="1">
                <a:solidFill>
                  <a:srgbClr val="13786E"/>
                </a:solidFill>
                <a:latin typeface="DejaVu Sans"/>
                <a:ea typeface="DejaVu Sans"/>
                <a:cs typeface="DejaVu Sans"/>
              </a:defRPr>
            </a:pPr>
            <a:r>
              <a:rPr sz="1200" b="1">
                <a:solidFill>
                  <a:srgbClr val="13786E"/>
                </a:solidFill>
                <a:latin typeface="DejaVu Sans"/>
                <a:ea typeface="DejaVu Sans"/>
                <a:cs typeface="DejaVu Sans"/>
              </a:rPr>
              <a:t>OUR CONCLUSION</a:t>
            </a:r>
          </a:p>
        </p:txBody>
      </p:sp>
      <p:sp>
        <p:nvSpPr>
          <p:cNvPr id="2" name="slide-title">
            <a:extLst xmlns:a="http://schemas.openxmlformats.org/drawingml/2006/main">
              <a:ext uri="{FF2B5EF4-FFF2-40B4-BE49-F238E27FC236}">
                <a16:creationId xmlns:a16="http://schemas.microsoft.com/office/drawing/2014/main" id="{FF9309ED-E188-4192-A21E-312543A93659}"/>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A3C"/>
                </a:solidFill>
                <a:latin typeface="DejaVu Sans"/>
                <a:ea typeface="DejaVu Sans"/>
                <a:cs typeface="DejaVu Sans"/>
              </a:defRPr>
            </a:defPPr>
            <a:lvl1pPr algn="l">
              <a:defRPr sz="3225" b="1">
                <a:solidFill>
                  <a:srgbClr val="142A3C"/>
                </a:solidFill>
                <a:latin typeface="DejaVu Sans"/>
                <a:ea typeface="DejaVu Sans"/>
                <a:cs typeface="DejaVu Sans"/>
              </a:defRPr>
            </a:lvl1pPr>
            <a:lvl2pPr algn="l">
              <a:defRPr sz="3225" b="1">
                <a:solidFill>
                  <a:srgbClr val="142A3C"/>
                </a:solidFill>
                <a:latin typeface="DejaVu Sans"/>
                <a:ea typeface="DejaVu Sans"/>
                <a:cs typeface="DejaVu Sans"/>
              </a:defRPr>
            </a:lvl2pPr>
            <a:lvl3pPr algn="l">
              <a:defRPr sz="3225" b="1">
                <a:solidFill>
                  <a:srgbClr val="142A3C"/>
                </a:solidFill>
                <a:latin typeface="DejaVu Sans"/>
                <a:ea typeface="DejaVu Sans"/>
                <a:cs typeface="DejaVu Sans"/>
              </a:defRPr>
            </a:lvl3pPr>
            <a:lvl4pPr algn="l">
              <a:defRPr sz="3225" b="1">
                <a:solidFill>
                  <a:srgbClr val="142A3C"/>
                </a:solidFill>
                <a:latin typeface="DejaVu Sans"/>
                <a:ea typeface="DejaVu Sans"/>
                <a:cs typeface="DejaVu Sans"/>
              </a:defRPr>
            </a:lvl4pPr>
            <a:lvl5pPr algn="l">
              <a:defRPr sz="3225" b="1">
                <a:solidFill>
                  <a:srgbClr val="142A3C"/>
                </a:solidFill>
                <a:latin typeface="DejaVu Sans"/>
                <a:ea typeface="DejaVu Sans"/>
                <a:cs typeface="DejaVu Sans"/>
              </a:defRPr>
            </a:lvl5pPr>
            <a:lvl6pPr algn="l">
              <a:defRPr sz="3225" b="1">
                <a:solidFill>
                  <a:srgbClr val="142A3C"/>
                </a:solidFill>
                <a:latin typeface="DejaVu Sans"/>
                <a:ea typeface="DejaVu Sans"/>
                <a:cs typeface="DejaVu Sans"/>
              </a:defRPr>
            </a:lvl6pPr>
            <a:lvl7pPr algn="l">
              <a:defRPr sz="3225" b="1">
                <a:solidFill>
                  <a:srgbClr val="142A3C"/>
                </a:solidFill>
                <a:latin typeface="DejaVu Sans"/>
                <a:ea typeface="DejaVu Sans"/>
                <a:cs typeface="DejaVu Sans"/>
              </a:defRPr>
            </a:lvl7pPr>
            <a:lvl8pPr algn="l">
              <a:defRPr sz="3225" b="1">
                <a:solidFill>
                  <a:srgbClr val="142A3C"/>
                </a:solidFill>
                <a:latin typeface="DejaVu Sans"/>
                <a:ea typeface="DejaVu Sans"/>
                <a:cs typeface="DejaVu Sans"/>
              </a:defRPr>
            </a:lvl8pPr>
            <a:lvl9pPr algn="l">
              <a:defRPr sz="3225" b="1">
                <a:solidFill>
                  <a:srgbClr val="142A3C"/>
                </a:solidFill>
                <a:latin typeface="DejaVu Sans"/>
                <a:ea typeface="DejaVu Sans"/>
                <a:cs typeface="DejaVu Sans"/>
              </a:defRPr>
            </a:lvl9pPr>
          </a:lstStyle>
          <a:p xmlns:a="http://schemas.openxmlformats.org/drawingml/2006/main">
            <a:pPr algn="l">
              <a:defRPr sz="3225" b="1">
                <a:solidFill>
                  <a:srgbClr val="142A3C"/>
                </a:solidFill>
                <a:latin typeface="DejaVu Sans"/>
                <a:ea typeface="DejaVu Sans"/>
                <a:cs typeface="DejaVu Sans"/>
              </a:defRPr>
            </a:pPr>
            <a:r>
              <a:rPr sz="3225" b="1">
                <a:solidFill>
                  <a:srgbClr val="142A3C"/>
                </a:solidFill>
                <a:latin typeface="DejaVu Sans"/>
                <a:ea typeface="DejaVu Sans"/>
                <a:cs typeface="DejaVu Sans"/>
              </a:rPr>
              <a:t>Overall assessment</a:t>
            </a:r>
          </a:p>
        </p:txBody>
      </p:sp>
      <p:sp>
        <p:nvSpPr>
          <p:cNvPr id="3" name="text-2">
            <a:extLst xmlns:a="http://schemas.openxmlformats.org/drawingml/2006/main">
              <a:ext uri="{FF2B5EF4-FFF2-40B4-BE49-F238E27FC236}">
                <a16:creationId xmlns:a16="http://schemas.microsoft.com/office/drawing/2014/main" id="{6307D167-6AAE-4C84-9A17-CFDDBEEA65F4}"/>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46570"/>
                </a:solidFill>
                <a:latin typeface="DejaVu Sans"/>
                <a:ea typeface="DejaVu Sans"/>
                <a:cs typeface="DejaVu Sans"/>
              </a:defRPr>
            </a:defPPr>
            <a:lvl1pPr algn="r">
              <a:defRPr sz="1200" b="0">
                <a:solidFill>
                  <a:srgbClr val="546570"/>
                </a:solidFill>
                <a:latin typeface="DejaVu Sans"/>
                <a:ea typeface="DejaVu Sans"/>
                <a:cs typeface="DejaVu Sans"/>
              </a:defRPr>
            </a:lvl1pPr>
            <a:lvl2pPr algn="r">
              <a:defRPr sz="1200" b="0">
                <a:solidFill>
                  <a:srgbClr val="546570"/>
                </a:solidFill>
                <a:latin typeface="DejaVu Sans"/>
                <a:ea typeface="DejaVu Sans"/>
                <a:cs typeface="DejaVu Sans"/>
              </a:defRPr>
            </a:lvl2pPr>
            <a:lvl3pPr algn="r">
              <a:defRPr sz="1200" b="0">
                <a:solidFill>
                  <a:srgbClr val="546570"/>
                </a:solidFill>
                <a:latin typeface="DejaVu Sans"/>
                <a:ea typeface="DejaVu Sans"/>
                <a:cs typeface="DejaVu Sans"/>
              </a:defRPr>
            </a:lvl3pPr>
            <a:lvl4pPr algn="r">
              <a:defRPr sz="1200" b="0">
                <a:solidFill>
                  <a:srgbClr val="546570"/>
                </a:solidFill>
                <a:latin typeface="DejaVu Sans"/>
                <a:ea typeface="DejaVu Sans"/>
                <a:cs typeface="DejaVu Sans"/>
              </a:defRPr>
            </a:lvl4pPr>
            <a:lvl5pPr algn="r">
              <a:defRPr sz="1200" b="0">
                <a:solidFill>
                  <a:srgbClr val="546570"/>
                </a:solidFill>
                <a:latin typeface="DejaVu Sans"/>
                <a:ea typeface="DejaVu Sans"/>
                <a:cs typeface="DejaVu Sans"/>
              </a:defRPr>
            </a:lvl5pPr>
            <a:lvl6pPr algn="r">
              <a:defRPr sz="1200" b="0">
                <a:solidFill>
                  <a:srgbClr val="546570"/>
                </a:solidFill>
                <a:latin typeface="DejaVu Sans"/>
                <a:ea typeface="DejaVu Sans"/>
                <a:cs typeface="DejaVu Sans"/>
              </a:defRPr>
            </a:lvl6pPr>
            <a:lvl7pPr algn="r">
              <a:defRPr sz="1200" b="0">
                <a:solidFill>
                  <a:srgbClr val="546570"/>
                </a:solidFill>
                <a:latin typeface="DejaVu Sans"/>
                <a:ea typeface="DejaVu Sans"/>
                <a:cs typeface="DejaVu Sans"/>
              </a:defRPr>
            </a:lvl7pPr>
            <a:lvl8pPr algn="r">
              <a:defRPr sz="1200" b="0">
                <a:solidFill>
                  <a:srgbClr val="546570"/>
                </a:solidFill>
                <a:latin typeface="DejaVu Sans"/>
                <a:ea typeface="DejaVu Sans"/>
                <a:cs typeface="DejaVu Sans"/>
              </a:defRPr>
            </a:lvl8pPr>
            <a:lvl9pPr algn="r">
              <a:defRPr sz="1200" b="0">
                <a:solidFill>
                  <a:srgbClr val="546570"/>
                </a:solidFill>
                <a:latin typeface="DejaVu Sans"/>
                <a:ea typeface="DejaVu Sans"/>
                <a:cs typeface="DejaVu Sans"/>
              </a:defRPr>
            </a:lvl9pPr>
          </a:lstStyle>
          <a:p xmlns:a="http://schemas.openxmlformats.org/drawingml/2006/main">
            <a:pPr algn="r">
              <a:defRPr sz="1200" b="0">
                <a:solidFill>
                  <a:srgbClr val="546570"/>
                </a:solidFill>
                <a:latin typeface="DejaVu Sans"/>
                <a:ea typeface="DejaVu Sans"/>
                <a:cs typeface="DejaVu Sans"/>
              </a:defRPr>
            </a:pPr>
            <a:r>
              <a:rPr sz="1200" b="0">
                <a:solidFill>
                  <a:srgbClr val="546570"/>
                </a:solidFill>
                <a:latin typeface="DejaVu Sans"/>
                <a:ea typeface="DejaVu Sans"/>
                <a:cs typeface="DejaVu Sans"/>
              </a:rPr>
              <a:t>12</a:t>
            </a:r>
          </a:p>
        </p:txBody>
      </p:sp>
      <p:sp>
        <p:nvSpPr>
          <p:cNvPr id="4" name="text-3">
            <a:extLst xmlns:a="http://schemas.openxmlformats.org/drawingml/2006/main">
              <a:ext uri="{FF2B5EF4-FFF2-40B4-BE49-F238E27FC236}">
                <a16:creationId xmlns:a16="http://schemas.microsoft.com/office/drawing/2014/main" id="{13A1FCFE-0441-4654-9512-D747F15657FA}"/>
              </a:ext>
            </a:extLst>
          </p:cNvPr>
          <p:cNvSpPr>
            <a:spLocks xmlns:a="http://schemas.openxmlformats.org/drawingml/2006/main" noGrp="1"/>
          </p:cNvSpPr>
          <p:nvPr/>
        </p:nvSpPr>
        <p:spPr>
          <a:xfrm xmlns:a="http://schemas.openxmlformats.org/drawingml/2006/main">
            <a:off x="609600" y="1762125"/>
            <a:ext cx="1071562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42A3C"/>
                </a:solidFill>
                <a:latin typeface="DejaVu Sans"/>
                <a:ea typeface="DejaVu Sans"/>
                <a:cs typeface="DejaVu Sans"/>
              </a:defRPr>
            </a:defPPr>
            <a:lvl1pPr algn="l">
              <a:defRPr sz="2625" b="1">
                <a:solidFill>
                  <a:srgbClr val="142A3C"/>
                </a:solidFill>
                <a:latin typeface="DejaVu Sans"/>
                <a:ea typeface="DejaVu Sans"/>
                <a:cs typeface="DejaVu Sans"/>
              </a:defRPr>
            </a:lvl1pPr>
            <a:lvl2pPr algn="l">
              <a:defRPr sz="2625" b="1">
                <a:solidFill>
                  <a:srgbClr val="142A3C"/>
                </a:solidFill>
                <a:latin typeface="DejaVu Sans"/>
                <a:ea typeface="DejaVu Sans"/>
                <a:cs typeface="DejaVu Sans"/>
              </a:defRPr>
            </a:lvl2pPr>
            <a:lvl3pPr algn="l">
              <a:defRPr sz="2625" b="1">
                <a:solidFill>
                  <a:srgbClr val="142A3C"/>
                </a:solidFill>
                <a:latin typeface="DejaVu Sans"/>
                <a:ea typeface="DejaVu Sans"/>
                <a:cs typeface="DejaVu Sans"/>
              </a:defRPr>
            </a:lvl3pPr>
            <a:lvl4pPr algn="l">
              <a:defRPr sz="2625" b="1">
                <a:solidFill>
                  <a:srgbClr val="142A3C"/>
                </a:solidFill>
                <a:latin typeface="DejaVu Sans"/>
                <a:ea typeface="DejaVu Sans"/>
                <a:cs typeface="DejaVu Sans"/>
              </a:defRPr>
            </a:lvl4pPr>
            <a:lvl5pPr algn="l">
              <a:defRPr sz="2625" b="1">
                <a:solidFill>
                  <a:srgbClr val="142A3C"/>
                </a:solidFill>
                <a:latin typeface="DejaVu Sans"/>
                <a:ea typeface="DejaVu Sans"/>
                <a:cs typeface="DejaVu Sans"/>
              </a:defRPr>
            </a:lvl5pPr>
            <a:lvl6pPr algn="l">
              <a:defRPr sz="2625" b="1">
                <a:solidFill>
                  <a:srgbClr val="142A3C"/>
                </a:solidFill>
                <a:latin typeface="DejaVu Sans"/>
                <a:ea typeface="DejaVu Sans"/>
                <a:cs typeface="DejaVu Sans"/>
              </a:defRPr>
            </a:lvl6pPr>
            <a:lvl7pPr algn="l">
              <a:defRPr sz="2625" b="1">
                <a:solidFill>
                  <a:srgbClr val="142A3C"/>
                </a:solidFill>
                <a:latin typeface="DejaVu Sans"/>
                <a:ea typeface="DejaVu Sans"/>
                <a:cs typeface="DejaVu Sans"/>
              </a:defRPr>
            </a:lvl7pPr>
            <a:lvl8pPr algn="l">
              <a:defRPr sz="2625" b="1">
                <a:solidFill>
                  <a:srgbClr val="142A3C"/>
                </a:solidFill>
                <a:latin typeface="DejaVu Sans"/>
                <a:ea typeface="DejaVu Sans"/>
                <a:cs typeface="DejaVu Sans"/>
              </a:defRPr>
            </a:lvl8pPr>
            <a:lvl9pPr algn="l">
              <a:defRPr sz="2625" b="1">
                <a:solidFill>
                  <a:srgbClr val="142A3C"/>
                </a:solidFill>
                <a:latin typeface="DejaVu Sans"/>
                <a:ea typeface="DejaVu Sans"/>
                <a:cs typeface="DejaVu Sans"/>
              </a:defRPr>
            </a:lvl9pPr>
          </a:lstStyle>
          <a:p xmlns:a="http://schemas.openxmlformats.org/drawingml/2006/main">
            <a:pPr algn="l">
              <a:defRPr sz="2625" b="1">
                <a:solidFill>
                  <a:srgbClr val="142A3C"/>
                </a:solidFill>
                <a:latin typeface="DejaVu Sans"/>
                <a:ea typeface="DejaVu Sans"/>
                <a:cs typeface="DejaVu Sans"/>
              </a:defRPr>
            </a:pPr>
            <a:r>
              <a:rPr sz="2625" b="1">
                <a:solidFill>
                  <a:srgbClr val="142A3C"/>
                </a:solidFill>
                <a:latin typeface="DejaVu Sans"/>
                <a:ea typeface="DejaVu Sans"/>
                <a:cs typeface="DejaVu Sans"/>
              </a:rPr>
              <a:t>AI makes false voices and identities easier to produce. Democratic vulnerability also depends on distribution and accountability.</a:t>
            </a:r>
          </a:p>
        </p:txBody>
      </p:sp>
      <p:sp>
        <p:nvSpPr>
          <p:cNvPr id="5" name="text-4">
            <a:extLst xmlns:a="http://schemas.openxmlformats.org/drawingml/2006/main">
              <a:ext uri="{FF2B5EF4-FFF2-40B4-BE49-F238E27FC236}">
                <a16:creationId xmlns:a16="http://schemas.microsoft.com/office/drawing/2014/main" id="{473BCAE1-3232-44A9-AB37-691AD0512E5B}"/>
              </a:ext>
            </a:extLst>
          </p:cNvPr>
          <p:cNvSpPr>
            <a:spLocks xmlns:a="http://schemas.openxmlformats.org/drawingml/2006/main" noGrp="1"/>
          </p:cNvSpPr>
          <p:nvPr/>
        </p:nvSpPr>
        <p:spPr>
          <a:xfrm xmlns:a="http://schemas.openxmlformats.org/drawingml/2006/main">
            <a:off x="609600" y="3476625"/>
            <a:ext cx="10763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REALISTIC DANISH EXAMPLE / HYPOTHETICAL</a:t>
            </a:r>
          </a:p>
        </p:txBody>
      </p:sp>
      <p:sp>
        <p:nvSpPr>
          <p:cNvPr id="6" name="text-5">
            <a:extLst xmlns:a="http://schemas.openxmlformats.org/drawingml/2006/main">
              <a:ext uri="{FF2B5EF4-FFF2-40B4-BE49-F238E27FC236}">
                <a16:creationId xmlns:a16="http://schemas.microsoft.com/office/drawing/2014/main" id="{4E2A1569-E594-469B-B791-C8EBE23393FA}"/>
              </a:ext>
            </a:extLst>
          </p:cNvPr>
          <p:cNvSpPr>
            <a:spLocks xmlns:a="http://schemas.openxmlformats.org/drawingml/2006/main" noGrp="1"/>
          </p:cNvSpPr>
          <p:nvPr/>
        </p:nvSpPr>
        <p:spPr>
          <a:xfrm xmlns:a="http://schemas.openxmlformats.org/drawingml/2006/main">
            <a:off x="609600" y="3800475"/>
            <a:ext cx="1076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2A3C"/>
                </a:solidFill>
                <a:latin typeface="DejaVu Sans"/>
                <a:ea typeface="DejaVu Sans"/>
                <a:cs typeface="DejaVu Sans"/>
              </a:defRPr>
            </a:defPPr>
            <a:lvl1pPr algn="l">
              <a:defRPr sz="2025" b="0">
                <a:solidFill>
                  <a:srgbClr val="142A3C"/>
                </a:solidFill>
                <a:latin typeface="DejaVu Sans"/>
                <a:ea typeface="DejaVu Sans"/>
                <a:cs typeface="DejaVu Sans"/>
              </a:defRPr>
            </a:lvl1pPr>
            <a:lvl2pPr algn="l">
              <a:defRPr sz="2025" b="0">
                <a:solidFill>
                  <a:srgbClr val="142A3C"/>
                </a:solidFill>
                <a:latin typeface="DejaVu Sans"/>
                <a:ea typeface="DejaVu Sans"/>
                <a:cs typeface="DejaVu Sans"/>
              </a:defRPr>
            </a:lvl2pPr>
            <a:lvl3pPr algn="l">
              <a:defRPr sz="2025" b="0">
                <a:solidFill>
                  <a:srgbClr val="142A3C"/>
                </a:solidFill>
                <a:latin typeface="DejaVu Sans"/>
                <a:ea typeface="DejaVu Sans"/>
                <a:cs typeface="DejaVu Sans"/>
              </a:defRPr>
            </a:lvl3pPr>
            <a:lvl4pPr algn="l">
              <a:defRPr sz="2025" b="0">
                <a:solidFill>
                  <a:srgbClr val="142A3C"/>
                </a:solidFill>
                <a:latin typeface="DejaVu Sans"/>
                <a:ea typeface="DejaVu Sans"/>
                <a:cs typeface="DejaVu Sans"/>
              </a:defRPr>
            </a:lvl4pPr>
            <a:lvl5pPr algn="l">
              <a:defRPr sz="2025" b="0">
                <a:solidFill>
                  <a:srgbClr val="142A3C"/>
                </a:solidFill>
                <a:latin typeface="DejaVu Sans"/>
                <a:ea typeface="DejaVu Sans"/>
                <a:cs typeface="DejaVu Sans"/>
              </a:defRPr>
            </a:lvl5pPr>
            <a:lvl6pPr algn="l">
              <a:defRPr sz="2025" b="0">
                <a:solidFill>
                  <a:srgbClr val="142A3C"/>
                </a:solidFill>
                <a:latin typeface="DejaVu Sans"/>
                <a:ea typeface="DejaVu Sans"/>
                <a:cs typeface="DejaVu Sans"/>
              </a:defRPr>
            </a:lvl6pPr>
            <a:lvl7pPr algn="l">
              <a:defRPr sz="2025" b="0">
                <a:solidFill>
                  <a:srgbClr val="142A3C"/>
                </a:solidFill>
                <a:latin typeface="DejaVu Sans"/>
                <a:ea typeface="DejaVu Sans"/>
                <a:cs typeface="DejaVu Sans"/>
              </a:defRPr>
            </a:lvl7pPr>
            <a:lvl8pPr algn="l">
              <a:defRPr sz="2025" b="0">
                <a:solidFill>
                  <a:srgbClr val="142A3C"/>
                </a:solidFill>
                <a:latin typeface="DejaVu Sans"/>
                <a:ea typeface="DejaVu Sans"/>
                <a:cs typeface="DejaVu Sans"/>
              </a:defRPr>
            </a:lvl8pPr>
            <a:lvl9pPr algn="l">
              <a:defRPr sz="2025" b="0">
                <a:solidFill>
                  <a:srgbClr val="142A3C"/>
                </a:solidFill>
                <a:latin typeface="DejaVu Sans"/>
                <a:ea typeface="DejaVu Sans"/>
                <a:cs typeface="DejaVu Sans"/>
              </a:defRPr>
            </a:lvl9pPr>
          </a:lstStyle>
          <a:p xmlns:a="http://schemas.openxmlformats.org/drawingml/2006/main">
            <a:pPr algn="l">
              <a:defRPr sz="2025" b="0">
                <a:solidFill>
                  <a:srgbClr val="142A3C"/>
                </a:solidFill>
                <a:latin typeface="DejaVu Sans"/>
                <a:ea typeface="DejaVu Sans"/>
                <a:cs typeface="DejaVu Sans"/>
              </a:defRPr>
            </a:pPr>
            <a:r>
              <a:rPr sz="2025" b="0">
                <a:solidFill>
                  <a:srgbClr val="142A3C"/>
                </a:solidFill>
                <a:latin typeface="DejaVu Sans"/>
                <a:ea typeface="DejaVu Sans"/>
                <a:cs typeface="DejaVu Sans"/>
              </a:rPr>
              <a:t>An audio clip impersonates a candidate shortly before an election. A platform temporarily limits distribution while a response team verifies its origin and gives the source an opportunity to respond.</a:t>
            </a:r>
          </a:p>
        </p:txBody>
      </p:sp>
      <p:sp>
        <p:nvSpPr>
          <p:cNvPr id="7" name="text-6">
            <a:extLst xmlns:a="http://schemas.openxmlformats.org/drawingml/2006/main">
              <a:ext uri="{FF2B5EF4-FFF2-40B4-BE49-F238E27FC236}">
                <a16:creationId xmlns:a16="http://schemas.microsoft.com/office/drawing/2014/main" id="{AE4F52DD-4BD8-4C6D-967D-DB9E35EE388D}"/>
              </a:ext>
            </a:extLst>
          </p:cNvPr>
          <p:cNvSpPr>
            <a:spLocks xmlns:a="http://schemas.openxmlformats.org/drawingml/2006/main" noGrp="1"/>
          </p:cNvSpPr>
          <p:nvPr/>
        </p:nvSpPr>
        <p:spPr>
          <a:xfrm xmlns:a="http://schemas.openxmlformats.org/drawingml/2006/main">
            <a:off x="609600" y="5534025"/>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786E"/>
                </a:solidFill>
                <a:latin typeface="DejaVu Sans"/>
                <a:ea typeface="DejaVu Sans"/>
                <a:cs typeface="DejaVu Sans"/>
              </a:defRPr>
            </a:defPPr>
            <a:lvl1pPr algn="l">
              <a:defRPr sz="2175" b="1">
                <a:solidFill>
                  <a:srgbClr val="13786E"/>
                </a:solidFill>
                <a:latin typeface="DejaVu Sans"/>
                <a:ea typeface="DejaVu Sans"/>
                <a:cs typeface="DejaVu Sans"/>
              </a:defRPr>
            </a:lvl1pPr>
            <a:lvl2pPr algn="l">
              <a:defRPr sz="2175" b="1">
                <a:solidFill>
                  <a:srgbClr val="13786E"/>
                </a:solidFill>
                <a:latin typeface="DejaVu Sans"/>
                <a:ea typeface="DejaVu Sans"/>
                <a:cs typeface="DejaVu Sans"/>
              </a:defRPr>
            </a:lvl2pPr>
            <a:lvl3pPr algn="l">
              <a:defRPr sz="2175" b="1">
                <a:solidFill>
                  <a:srgbClr val="13786E"/>
                </a:solidFill>
                <a:latin typeface="DejaVu Sans"/>
                <a:ea typeface="DejaVu Sans"/>
                <a:cs typeface="DejaVu Sans"/>
              </a:defRPr>
            </a:lvl3pPr>
            <a:lvl4pPr algn="l">
              <a:defRPr sz="2175" b="1">
                <a:solidFill>
                  <a:srgbClr val="13786E"/>
                </a:solidFill>
                <a:latin typeface="DejaVu Sans"/>
                <a:ea typeface="DejaVu Sans"/>
                <a:cs typeface="DejaVu Sans"/>
              </a:defRPr>
            </a:lvl4pPr>
            <a:lvl5pPr algn="l">
              <a:defRPr sz="2175" b="1">
                <a:solidFill>
                  <a:srgbClr val="13786E"/>
                </a:solidFill>
                <a:latin typeface="DejaVu Sans"/>
                <a:ea typeface="DejaVu Sans"/>
                <a:cs typeface="DejaVu Sans"/>
              </a:defRPr>
            </a:lvl5pPr>
            <a:lvl6pPr algn="l">
              <a:defRPr sz="2175" b="1">
                <a:solidFill>
                  <a:srgbClr val="13786E"/>
                </a:solidFill>
                <a:latin typeface="DejaVu Sans"/>
                <a:ea typeface="DejaVu Sans"/>
                <a:cs typeface="DejaVu Sans"/>
              </a:defRPr>
            </a:lvl6pPr>
            <a:lvl7pPr algn="l">
              <a:defRPr sz="2175" b="1">
                <a:solidFill>
                  <a:srgbClr val="13786E"/>
                </a:solidFill>
                <a:latin typeface="DejaVu Sans"/>
                <a:ea typeface="DejaVu Sans"/>
                <a:cs typeface="DejaVu Sans"/>
              </a:defRPr>
            </a:lvl7pPr>
            <a:lvl8pPr algn="l">
              <a:defRPr sz="2175" b="1">
                <a:solidFill>
                  <a:srgbClr val="13786E"/>
                </a:solidFill>
                <a:latin typeface="DejaVu Sans"/>
                <a:ea typeface="DejaVu Sans"/>
                <a:cs typeface="DejaVu Sans"/>
              </a:defRPr>
            </a:lvl8pPr>
            <a:lvl9pPr algn="l">
              <a:defRPr sz="2175" b="1">
                <a:solidFill>
                  <a:srgbClr val="13786E"/>
                </a:solidFill>
                <a:latin typeface="DejaVu Sans"/>
                <a:ea typeface="DejaVu Sans"/>
                <a:cs typeface="DejaVu Sans"/>
              </a:defRPr>
            </a:lvl9pPr>
          </a:lstStyle>
          <a:p xmlns:a="http://schemas.openxmlformats.org/drawingml/2006/main">
            <a:pPr algn="l">
              <a:defRPr sz="2175" b="1">
                <a:solidFill>
                  <a:srgbClr val="13786E"/>
                </a:solidFill>
                <a:latin typeface="DejaVu Sans"/>
                <a:ea typeface="DejaVu Sans"/>
                <a:cs typeface="DejaVu Sans"/>
              </a:defRPr>
            </a:pPr>
            <a:r>
              <a:rPr sz="2175" b="1">
                <a:solidFill>
                  <a:srgbClr val="13786E"/>
                </a:solidFill>
                <a:latin typeface="DejaVu Sans"/>
                <a:ea typeface="DejaVu Sans"/>
                <a:cs typeface="DejaVu Sans"/>
              </a:rPr>
              <a:t>A justified response protects informed participation and provides a way to correct mistakes.</a:t>
            </a:r>
          </a:p>
        </p:txBody>
      </p:sp>
    </p:spTree>
    <p:extLst>
      <p:ext uri="{BB962C8B-B14F-4D97-AF65-F5344CB8AC3E}">
        <p14:creationId xmlns:p14="http://schemas.microsoft.com/office/powerpoint/2010/main" val="9486355"/>
      </p:ext>
    </p:extLst>
  </p:cSld>
</p:sld>
</file>

<file path=ppt/slides/slide13.xml><?xml version="1.0" encoding="utf-8"?>
<p:sld xmlns:p="http://schemas.openxmlformats.org/presentationml/2006/main">
  <p:cSld>
    <p:bg>
      <p:bgPr>
        <a:solidFill xmlns:a="http://schemas.openxmlformats.org/drawingml/2006/main">
          <a:srgbClr val="142A3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B3FF7481-3A58-4CF5-AA4F-E29E77B3D295}"/>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C7D3D9"/>
                </a:solidFill>
                <a:latin typeface="DejaVu Sans"/>
                <a:ea typeface="DejaVu Sans"/>
                <a:cs typeface="DejaVu Sans"/>
              </a:defRPr>
            </a:defPPr>
            <a:lvl1pPr algn="l">
              <a:defRPr sz="1200" b="1">
                <a:solidFill>
                  <a:srgbClr val="C7D3D9"/>
                </a:solidFill>
                <a:latin typeface="DejaVu Sans"/>
                <a:ea typeface="DejaVu Sans"/>
                <a:cs typeface="DejaVu Sans"/>
              </a:defRPr>
            </a:lvl1pPr>
            <a:lvl2pPr algn="l">
              <a:defRPr sz="1200" b="1">
                <a:solidFill>
                  <a:srgbClr val="C7D3D9"/>
                </a:solidFill>
                <a:latin typeface="DejaVu Sans"/>
                <a:ea typeface="DejaVu Sans"/>
                <a:cs typeface="DejaVu Sans"/>
              </a:defRPr>
            </a:lvl2pPr>
            <a:lvl3pPr algn="l">
              <a:defRPr sz="1200" b="1">
                <a:solidFill>
                  <a:srgbClr val="C7D3D9"/>
                </a:solidFill>
                <a:latin typeface="DejaVu Sans"/>
                <a:ea typeface="DejaVu Sans"/>
                <a:cs typeface="DejaVu Sans"/>
              </a:defRPr>
            </a:lvl3pPr>
            <a:lvl4pPr algn="l">
              <a:defRPr sz="1200" b="1">
                <a:solidFill>
                  <a:srgbClr val="C7D3D9"/>
                </a:solidFill>
                <a:latin typeface="DejaVu Sans"/>
                <a:ea typeface="DejaVu Sans"/>
                <a:cs typeface="DejaVu Sans"/>
              </a:defRPr>
            </a:lvl4pPr>
            <a:lvl5pPr algn="l">
              <a:defRPr sz="1200" b="1">
                <a:solidFill>
                  <a:srgbClr val="C7D3D9"/>
                </a:solidFill>
                <a:latin typeface="DejaVu Sans"/>
                <a:ea typeface="DejaVu Sans"/>
                <a:cs typeface="DejaVu Sans"/>
              </a:defRPr>
            </a:lvl5pPr>
            <a:lvl6pPr algn="l">
              <a:defRPr sz="1200" b="1">
                <a:solidFill>
                  <a:srgbClr val="C7D3D9"/>
                </a:solidFill>
                <a:latin typeface="DejaVu Sans"/>
                <a:ea typeface="DejaVu Sans"/>
                <a:cs typeface="DejaVu Sans"/>
              </a:defRPr>
            </a:lvl6pPr>
            <a:lvl7pPr algn="l">
              <a:defRPr sz="1200" b="1">
                <a:solidFill>
                  <a:srgbClr val="C7D3D9"/>
                </a:solidFill>
                <a:latin typeface="DejaVu Sans"/>
                <a:ea typeface="DejaVu Sans"/>
                <a:cs typeface="DejaVu Sans"/>
              </a:defRPr>
            </a:lvl7pPr>
            <a:lvl8pPr algn="l">
              <a:defRPr sz="1200" b="1">
                <a:solidFill>
                  <a:srgbClr val="C7D3D9"/>
                </a:solidFill>
                <a:latin typeface="DejaVu Sans"/>
                <a:ea typeface="DejaVu Sans"/>
                <a:cs typeface="DejaVu Sans"/>
              </a:defRPr>
            </a:lvl8pPr>
            <a:lvl9pPr algn="l">
              <a:defRPr sz="1200" b="1">
                <a:solidFill>
                  <a:srgbClr val="C7D3D9"/>
                </a:solidFill>
                <a:latin typeface="DejaVu Sans"/>
                <a:ea typeface="DejaVu Sans"/>
                <a:cs typeface="DejaVu Sans"/>
              </a:defRPr>
            </a:lvl9pPr>
          </a:lstStyle>
          <a:p xmlns:a="http://schemas.openxmlformats.org/drawingml/2006/main">
            <a:pPr algn="l">
              <a:defRPr sz="1200" b="1">
                <a:solidFill>
                  <a:srgbClr val="C7D3D9"/>
                </a:solidFill>
                <a:latin typeface="DejaVu Sans"/>
                <a:ea typeface="DejaVu Sans"/>
                <a:cs typeface="DejaVu Sans"/>
              </a:defRPr>
            </a:pPr>
            <a:r>
              <a:rPr sz="1200" b="1">
                <a:solidFill>
                  <a:srgbClr val="C7D3D9"/>
                </a:solidFill>
                <a:latin typeface="DejaVu Sans"/>
                <a:ea typeface="DejaVu Sans"/>
                <a:cs typeface="DejaVu Sans"/>
              </a:rPr>
              <a:t>CHOOSE A, B, C OR D / DISCUSS FOR 30 SECONDS</a:t>
            </a:r>
          </a:p>
        </p:txBody>
      </p:sp>
      <p:sp>
        <p:nvSpPr>
          <p:cNvPr id="2" name="slide-title">
            <a:extLst xmlns:a="http://schemas.openxmlformats.org/drawingml/2006/main">
              <a:ext uri="{FF2B5EF4-FFF2-40B4-BE49-F238E27FC236}">
                <a16:creationId xmlns:a16="http://schemas.microsoft.com/office/drawing/2014/main" id="{792BC1A9-E9F6-4F1F-ABD0-B321C1316FF3}"/>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Multiple-choice question</a:t>
            </a:r>
          </a:p>
        </p:txBody>
      </p:sp>
      <p:sp>
        <p:nvSpPr>
          <p:cNvPr id="3" name="text-2">
            <a:extLst xmlns:a="http://schemas.openxmlformats.org/drawingml/2006/main">
              <a:ext uri="{FF2B5EF4-FFF2-40B4-BE49-F238E27FC236}">
                <a16:creationId xmlns:a16="http://schemas.microsoft.com/office/drawing/2014/main" id="{B9DB50CE-B701-4A38-A3F4-F17629CBCD85}"/>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C7D3D9"/>
                </a:solidFill>
                <a:latin typeface="DejaVu Sans"/>
                <a:ea typeface="DejaVu Sans"/>
                <a:cs typeface="DejaVu Sans"/>
              </a:defRPr>
            </a:defPPr>
            <a:lvl1pPr algn="r">
              <a:defRPr sz="1200" b="0">
                <a:solidFill>
                  <a:srgbClr val="C7D3D9"/>
                </a:solidFill>
                <a:latin typeface="DejaVu Sans"/>
                <a:ea typeface="DejaVu Sans"/>
                <a:cs typeface="DejaVu Sans"/>
              </a:defRPr>
            </a:lvl1pPr>
            <a:lvl2pPr algn="r">
              <a:defRPr sz="1200" b="0">
                <a:solidFill>
                  <a:srgbClr val="C7D3D9"/>
                </a:solidFill>
                <a:latin typeface="DejaVu Sans"/>
                <a:ea typeface="DejaVu Sans"/>
                <a:cs typeface="DejaVu Sans"/>
              </a:defRPr>
            </a:lvl2pPr>
            <a:lvl3pPr algn="r">
              <a:defRPr sz="1200" b="0">
                <a:solidFill>
                  <a:srgbClr val="C7D3D9"/>
                </a:solidFill>
                <a:latin typeface="DejaVu Sans"/>
                <a:ea typeface="DejaVu Sans"/>
                <a:cs typeface="DejaVu Sans"/>
              </a:defRPr>
            </a:lvl3pPr>
            <a:lvl4pPr algn="r">
              <a:defRPr sz="1200" b="0">
                <a:solidFill>
                  <a:srgbClr val="C7D3D9"/>
                </a:solidFill>
                <a:latin typeface="DejaVu Sans"/>
                <a:ea typeface="DejaVu Sans"/>
                <a:cs typeface="DejaVu Sans"/>
              </a:defRPr>
            </a:lvl4pPr>
            <a:lvl5pPr algn="r">
              <a:defRPr sz="1200" b="0">
                <a:solidFill>
                  <a:srgbClr val="C7D3D9"/>
                </a:solidFill>
                <a:latin typeface="DejaVu Sans"/>
                <a:ea typeface="DejaVu Sans"/>
                <a:cs typeface="DejaVu Sans"/>
              </a:defRPr>
            </a:lvl5pPr>
            <a:lvl6pPr algn="r">
              <a:defRPr sz="1200" b="0">
                <a:solidFill>
                  <a:srgbClr val="C7D3D9"/>
                </a:solidFill>
                <a:latin typeface="DejaVu Sans"/>
                <a:ea typeface="DejaVu Sans"/>
                <a:cs typeface="DejaVu Sans"/>
              </a:defRPr>
            </a:lvl6pPr>
            <a:lvl7pPr algn="r">
              <a:defRPr sz="1200" b="0">
                <a:solidFill>
                  <a:srgbClr val="C7D3D9"/>
                </a:solidFill>
                <a:latin typeface="DejaVu Sans"/>
                <a:ea typeface="DejaVu Sans"/>
                <a:cs typeface="DejaVu Sans"/>
              </a:defRPr>
            </a:lvl7pPr>
            <a:lvl8pPr algn="r">
              <a:defRPr sz="1200" b="0">
                <a:solidFill>
                  <a:srgbClr val="C7D3D9"/>
                </a:solidFill>
                <a:latin typeface="DejaVu Sans"/>
                <a:ea typeface="DejaVu Sans"/>
                <a:cs typeface="DejaVu Sans"/>
              </a:defRPr>
            </a:lvl8pPr>
            <a:lvl9pPr algn="r">
              <a:defRPr sz="1200" b="0">
                <a:solidFill>
                  <a:srgbClr val="C7D3D9"/>
                </a:solidFill>
                <a:latin typeface="DejaVu Sans"/>
                <a:ea typeface="DejaVu Sans"/>
                <a:cs typeface="DejaVu Sans"/>
              </a:defRPr>
            </a:lvl9pPr>
          </a:lstStyle>
          <a:p xmlns:a="http://schemas.openxmlformats.org/drawingml/2006/main">
            <a:pPr algn="r">
              <a:defRPr sz="1200" b="0">
                <a:solidFill>
                  <a:srgbClr val="C7D3D9"/>
                </a:solidFill>
                <a:latin typeface="DejaVu Sans"/>
                <a:ea typeface="DejaVu Sans"/>
                <a:cs typeface="DejaVu Sans"/>
              </a:defRPr>
            </a:pPr>
            <a:r>
              <a:rPr sz="1200" b="0">
                <a:solidFill>
                  <a:srgbClr val="C7D3D9"/>
                </a:solidFill>
                <a:latin typeface="DejaVu Sans"/>
                <a:ea typeface="DejaVu Sans"/>
                <a:cs typeface="DejaVu Sans"/>
              </a:rPr>
              <a:t>13</a:t>
            </a:r>
          </a:p>
        </p:txBody>
      </p:sp>
      <p:sp>
        <p:nvSpPr>
          <p:cNvPr id="4" name="text-3">
            <a:extLst xmlns:a="http://schemas.openxmlformats.org/drawingml/2006/main">
              <a:ext uri="{FF2B5EF4-FFF2-40B4-BE49-F238E27FC236}">
                <a16:creationId xmlns:a16="http://schemas.microsoft.com/office/drawing/2014/main" id="{BFFF1D9C-C9DD-47B6-B9D6-EFCEBE858FA0}"/>
              </a:ext>
            </a:extLst>
          </p:cNvPr>
          <p:cNvSpPr>
            <a:spLocks xmlns:a="http://schemas.openxmlformats.org/drawingml/2006/main" noGrp="1"/>
          </p:cNvSpPr>
          <p:nvPr/>
        </p:nvSpPr>
        <p:spPr>
          <a:xfrm xmlns:a="http://schemas.openxmlformats.org/drawingml/2006/main">
            <a:off x="609600" y="1743075"/>
            <a:ext cx="107156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DejaVu Sans"/>
                <a:ea typeface="DejaVu Sans"/>
                <a:cs typeface="DejaVu Sans"/>
              </a:defRPr>
            </a:defPPr>
            <a:lvl1pPr algn="l">
              <a:defRPr sz="2175" b="0">
                <a:solidFill>
                  <a:srgbClr val="FFFFFF"/>
                </a:solidFill>
                <a:latin typeface="DejaVu Sans"/>
                <a:ea typeface="DejaVu Sans"/>
                <a:cs typeface="DejaVu Sans"/>
              </a:defRPr>
            </a:lvl1pPr>
            <a:lvl2pPr algn="l">
              <a:defRPr sz="2175" b="0">
                <a:solidFill>
                  <a:srgbClr val="FFFFFF"/>
                </a:solidFill>
                <a:latin typeface="DejaVu Sans"/>
                <a:ea typeface="DejaVu Sans"/>
                <a:cs typeface="DejaVu Sans"/>
              </a:defRPr>
            </a:lvl2pPr>
            <a:lvl3pPr algn="l">
              <a:defRPr sz="2175" b="0">
                <a:solidFill>
                  <a:srgbClr val="FFFFFF"/>
                </a:solidFill>
                <a:latin typeface="DejaVu Sans"/>
                <a:ea typeface="DejaVu Sans"/>
                <a:cs typeface="DejaVu Sans"/>
              </a:defRPr>
            </a:lvl3pPr>
            <a:lvl4pPr algn="l">
              <a:defRPr sz="2175" b="0">
                <a:solidFill>
                  <a:srgbClr val="FFFFFF"/>
                </a:solidFill>
                <a:latin typeface="DejaVu Sans"/>
                <a:ea typeface="DejaVu Sans"/>
                <a:cs typeface="DejaVu Sans"/>
              </a:defRPr>
            </a:lvl4pPr>
            <a:lvl5pPr algn="l">
              <a:defRPr sz="2175" b="0">
                <a:solidFill>
                  <a:srgbClr val="FFFFFF"/>
                </a:solidFill>
                <a:latin typeface="DejaVu Sans"/>
                <a:ea typeface="DejaVu Sans"/>
                <a:cs typeface="DejaVu Sans"/>
              </a:defRPr>
            </a:lvl5pPr>
            <a:lvl6pPr algn="l">
              <a:defRPr sz="2175" b="0">
                <a:solidFill>
                  <a:srgbClr val="FFFFFF"/>
                </a:solidFill>
                <a:latin typeface="DejaVu Sans"/>
                <a:ea typeface="DejaVu Sans"/>
                <a:cs typeface="DejaVu Sans"/>
              </a:defRPr>
            </a:lvl6pPr>
            <a:lvl7pPr algn="l">
              <a:defRPr sz="2175" b="0">
                <a:solidFill>
                  <a:srgbClr val="FFFFFF"/>
                </a:solidFill>
                <a:latin typeface="DejaVu Sans"/>
                <a:ea typeface="DejaVu Sans"/>
                <a:cs typeface="DejaVu Sans"/>
              </a:defRPr>
            </a:lvl7pPr>
            <a:lvl8pPr algn="l">
              <a:defRPr sz="2175" b="0">
                <a:solidFill>
                  <a:srgbClr val="FFFFFF"/>
                </a:solidFill>
                <a:latin typeface="DejaVu Sans"/>
                <a:ea typeface="DejaVu Sans"/>
                <a:cs typeface="DejaVu Sans"/>
              </a:defRPr>
            </a:lvl8pPr>
            <a:lvl9pPr algn="l">
              <a:defRPr sz="2175" b="0">
                <a:solidFill>
                  <a:srgbClr val="FFFFFF"/>
                </a:solidFill>
                <a:latin typeface="DejaVu Sans"/>
                <a:ea typeface="DejaVu Sans"/>
                <a:cs typeface="DejaVu Sans"/>
              </a:defRPr>
            </a:lvl9pPr>
          </a:lstStyle>
          <a:p xmlns:a="http://schemas.openxmlformats.org/drawingml/2006/main">
            <a:pPr algn="l">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A viral audio clip impersonates a candidate one day before an election. Its origin is unknown and an AI detector is uncertain. What is the best response?</a:t>
            </a:r>
          </a:p>
        </p:txBody>
      </p:sp>
      <p:sp>
        <p:nvSpPr>
          <p:cNvPr id="5" name="text-4">
            <a:extLst xmlns:a="http://schemas.openxmlformats.org/drawingml/2006/main">
              <a:ext uri="{FF2B5EF4-FFF2-40B4-BE49-F238E27FC236}">
                <a16:creationId xmlns:a16="http://schemas.microsoft.com/office/drawing/2014/main" id="{1728E25F-7ACE-4179-BAC4-FE0A2ECEF0CF}"/>
              </a:ext>
            </a:extLst>
          </p:cNvPr>
          <p:cNvSpPr>
            <a:spLocks xmlns:a="http://schemas.openxmlformats.org/drawingml/2006/main" noGrp="1"/>
          </p:cNvSpPr>
          <p:nvPr/>
        </p:nvSpPr>
        <p:spPr>
          <a:xfrm xmlns:a="http://schemas.openxmlformats.org/drawingml/2006/main">
            <a:off x="609600" y="3105150"/>
            <a:ext cx="57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91D0C2"/>
                </a:solidFill>
                <a:latin typeface="DejaVu Sans"/>
                <a:ea typeface="DejaVu Sans"/>
                <a:cs typeface="DejaVu Sans"/>
              </a:defRPr>
            </a:defPPr>
            <a:lvl1pPr algn="l">
              <a:defRPr sz="2250" b="1">
                <a:solidFill>
                  <a:srgbClr val="91D0C2"/>
                </a:solidFill>
                <a:latin typeface="DejaVu Sans"/>
                <a:ea typeface="DejaVu Sans"/>
                <a:cs typeface="DejaVu Sans"/>
              </a:defRPr>
            </a:lvl1pPr>
            <a:lvl2pPr algn="l">
              <a:defRPr sz="2250" b="1">
                <a:solidFill>
                  <a:srgbClr val="91D0C2"/>
                </a:solidFill>
                <a:latin typeface="DejaVu Sans"/>
                <a:ea typeface="DejaVu Sans"/>
                <a:cs typeface="DejaVu Sans"/>
              </a:defRPr>
            </a:lvl2pPr>
            <a:lvl3pPr algn="l">
              <a:defRPr sz="2250" b="1">
                <a:solidFill>
                  <a:srgbClr val="91D0C2"/>
                </a:solidFill>
                <a:latin typeface="DejaVu Sans"/>
                <a:ea typeface="DejaVu Sans"/>
                <a:cs typeface="DejaVu Sans"/>
              </a:defRPr>
            </a:lvl3pPr>
            <a:lvl4pPr algn="l">
              <a:defRPr sz="2250" b="1">
                <a:solidFill>
                  <a:srgbClr val="91D0C2"/>
                </a:solidFill>
                <a:latin typeface="DejaVu Sans"/>
                <a:ea typeface="DejaVu Sans"/>
                <a:cs typeface="DejaVu Sans"/>
              </a:defRPr>
            </a:lvl4pPr>
            <a:lvl5pPr algn="l">
              <a:defRPr sz="2250" b="1">
                <a:solidFill>
                  <a:srgbClr val="91D0C2"/>
                </a:solidFill>
                <a:latin typeface="DejaVu Sans"/>
                <a:ea typeface="DejaVu Sans"/>
                <a:cs typeface="DejaVu Sans"/>
              </a:defRPr>
            </a:lvl5pPr>
            <a:lvl6pPr algn="l">
              <a:defRPr sz="2250" b="1">
                <a:solidFill>
                  <a:srgbClr val="91D0C2"/>
                </a:solidFill>
                <a:latin typeface="DejaVu Sans"/>
                <a:ea typeface="DejaVu Sans"/>
                <a:cs typeface="DejaVu Sans"/>
              </a:defRPr>
            </a:lvl6pPr>
            <a:lvl7pPr algn="l">
              <a:defRPr sz="2250" b="1">
                <a:solidFill>
                  <a:srgbClr val="91D0C2"/>
                </a:solidFill>
                <a:latin typeface="DejaVu Sans"/>
                <a:ea typeface="DejaVu Sans"/>
                <a:cs typeface="DejaVu Sans"/>
              </a:defRPr>
            </a:lvl7pPr>
            <a:lvl8pPr algn="l">
              <a:defRPr sz="2250" b="1">
                <a:solidFill>
                  <a:srgbClr val="91D0C2"/>
                </a:solidFill>
                <a:latin typeface="DejaVu Sans"/>
                <a:ea typeface="DejaVu Sans"/>
                <a:cs typeface="DejaVu Sans"/>
              </a:defRPr>
            </a:lvl8pPr>
            <a:lvl9pPr algn="l">
              <a:defRPr sz="2250" b="1">
                <a:solidFill>
                  <a:srgbClr val="91D0C2"/>
                </a:solidFill>
                <a:latin typeface="DejaVu Sans"/>
                <a:ea typeface="DejaVu Sans"/>
                <a:cs typeface="DejaVu Sans"/>
              </a:defRPr>
            </a:lvl9pPr>
          </a:lstStyle>
          <a:p xmlns:a="http://schemas.openxmlformats.org/drawingml/2006/main">
            <a:pPr algn="l">
              <a:defRPr sz="2250" b="1">
                <a:solidFill>
                  <a:srgbClr val="91D0C2"/>
                </a:solidFill>
                <a:latin typeface="DejaVu Sans"/>
                <a:ea typeface="DejaVu Sans"/>
                <a:cs typeface="DejaVu Sans"/>
              </a:defRPr>
            </a:pPr>
            <a:r>
              <a:rPr sz="2250" b="1">
                <a:solidFill>
                  <a:srgbClr val="91D0C2"/>
                </a:solidFill>
                <a:latin typeface="DejaVu Sans"/>
                <a:ea typeface="DejaVu Sans"/>
                <a:cs typeface="DejaVu Sans"/>
              </a:rPr>
              <a:t>A</a:t>
            </a:r>
          </a:p>
        </p:txBody>
      </p:sp>
      <p:sp>
        <p:nvSpPr>
          <p:cNvPr id="6" name="text-5">
            <a:extLst xmlns:a="http://schemas.openxmlformats.org/drawingml/2006/main">
              <a:ext uri="{FF2B5EF4-FFF2-40B4-BE49-F238E27FC236}">
                <a16:creationId xmlns:a16="http://schemas.microsoft.com/office/drawing/2014/main" id="{FC649155-E104-4B29-A1DD-1813C15E21AF}"/>
              </a:ext>
            </a:extLst>
          </p:cNvPr>
          <p:cNvSpPr>
            <a:spLocks xmlns:a="http://schemas.openxmlformats.org/drawingml/2006/main" noGrp="1"/>
          </p:cNvSpPr>
          <p:nvPr/>
        </p:nvSpPr>
        <p:spPr>
          <a:xfrm xmlns:a="http://schemas.openxmlformats.org/drawingml/2006/main">
            <a:off x="1362075" y="3114675"/>
            <a:ext cx="10001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DejaVu Sans"/>
                <a:ea typeface="DejaVu Sans"/>
                <a:cs typeface="DejaVu Sans"/>
              </a:defRPr>
            </a:defPPr>
            <a:lvl1pPr algn="l">
              <a:defRPr sz="1950" b="0">
                <a:solidFill>
                  <a:srgbClr val="FFFFFF"/>
                </a:solidFill>
                <a:latin typeface="DejaVu Sans"/>
                <a:ea typeface="DejaVu Sans"/>
                <a:cs typeface="DejaVu Sans"/>
              </a:defRPr>
            </a:lvl1pPr>
            <a:lvl2pPr algn="l">
              <a:defRPr sz="1950" b="0">
                <a:solidFill>
                  <a:srgbClr val="FFFFFF"/>
                </a:solidFill>
                <a:latin typeface="DejaVu Sans"/>
                <a:ea typeface="DejaVu Sans"/>
                <a:cs typeface="DejaVu Sans"/>
              </a:defRPr>
            </a:lvl2pPr>
            <a:lvl3pPr algn="l">
              <a:defRPr sz="1950" b="0">
                <a:solidFill>
                  <a:srgbClr val="FFFFFF"/>
                </a:solidFill>
                <a:latin typeface="DejaVu Sans"/>
                <a:ea typeface="DejaVu Sans"/>
                <a:cs typeface="DejaVu Sans"/>
              </a:defRPr>
            </a:lvl3pPr>
            <a:lvl4pPr algn="l">
              <a:defRPr sz="1950" b="0">
                <a:solidFill>
                  <a:srgbClr val="FFFFFF"/>
                </a:solidFill>
                <a:latin typeface="DejaVu Sans"/>
                <a:ea typeface="DejaVu Sans"/>
                <a:cs typeface="DejaVu Sans"/>
              </a:defRPr>
            </a:lvl4pPr>
            <a:lvl5pPr algn="l">
              <a:defRPr sz="1950" b="0">
                <a:solidFill>
                  <a:srgbClr val="FFFFFF"/>
                </a:solidFill>
                <a:latin typeface="DejaVu Sans"/>
                <a:ea typeface="DejaVu Sans"/>
                <a:cs typeface="DejaVu Sans"/>
              </a:defRPr>
            </a:lvl5pPr>
            <a:lvl6pPr algn="l">
              <a:defRPr sz="1950" b="0">
                <a:solidFill>
                  <a:srgbClr val="FFFFFF"/>
                </a:solidFill>
                <a:latin typeface="DejaVu Sans"/>
                <a:ea typeface="DejaVu Sans"/>
                <a:cs typeface="DejaVu Sans"/>
              </a:defRPr>
            </a:lvl6pPr>
            <a:lvl7pPr algn="l">
              <a:defRPr sz="1950" b="0">
                <a:solidFill>
                  <a:srgbClr val="FFFFFF"/>
                </a:solidFill>
                <a:latin typeface="DejaVu Sans"/>
                <a:ea typeface="DejaVu Sans"/>
                <a:cs typeface="DejaVu Sans"/>
              </a:defRPr>
            </a:lvl7pPr>
            <a:lvl8pPr algn="l">
              <a:defRPr sz="1950" b="0">
                <a:solidFill>
                  <a:srgbClr val="FFFFFF"/>
                </a:solidFill>
                <a:latin typeface="DejaVu Sans"/>
                <a:ea typeface="DejaVu Sans"/>
                <a:cs typeface="DejaVu Sans"/>
              </a:defRPr>
            </a:lvl8pPr>
            <a:lvl9pPr algn="l">
              <a:defRPr sz="1950" b="0">
                <a:solidFill>
                  <a:srgbClr val="FFFFFF"/>
                </a:solidFill>
                <a:latin typeface="DejaVu Sans"/>
                <a:ea typeface="DejaVu Sans"/>
                <a:cs typeface="DejaVu Sans"/>
              </a:defRPr>
            </a:lvl9pPr>
          </a:lstStyle>
          <a:p xmlns:a="http://schemas.openxmlformats.org/drawingml/2006/main">
            <a:pPr algn="l">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Remove every political post until the election is over.</a:t>
            </a:r>
          </a:p>
        </p:txBody>
      </p:sp>
      <p:sp>
        <p:nvSpPr>
          <p:cNvPr id="7" name="text-6">
            <a:extLst xmlns:a="http://schemas.openxmlformats.org/drawingml/2006/main">
              <a:ext uri="{FF2B5EF4-FFF2-40B4-BE49-F238E27FC236}">
                <a16:creationId xmlns:a16="http://schemas.microsoft.com/office/drawing/2014/main" id="{AB46AC26-D13B-4BC2-8FBB-9DCAA2174537}"/>
              </a:ext>
            </a:extLst>
          </p:cNvPr>
          <p:cNvSpPr>
            <a:spLocks xmlns:a="http://schemas.openxmlformats.org/drawingml/2006/main" noGrp="1"/>
          </p:cNvSpPr>
          <p:nvPr/>
        </p:nvSpPr>
        <p:spPr>
          <a:xfrm xmlns:a="http://schemas.openxmlformats.org/drawingml/2006/main">
            <a:off x="609600" y="3838575"/>
            <a:ext cx="57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91D0C2"/>
                </a:solidFill>
                <a:latin typeface="DejaVu Sans"/>
                <a:ea typeface="DejaVu Sans"/>
                <a:cs typeface="DejaVu Sans"/>
              </a:defRPr>
            </a:defPPr>
            <a:lvl1pPr algn="l">
              <a:defRPr sz="2250" b="1">
                <a:solidFill>
                  <a:srgbClr val="91D0C2"/>
                </a:solidFill>
                <a:latin typeface="DejaVu Sans"/>
                <a:ea typeface="DejaVu Sans"/>
                <a:cs typeface="DejaVu Sans"/>
              </a:defRPr>
            </a:lvl1pPr>
            <a:lvl2pPr algn="l">
              <a:defRPr sz="2250" b="1">
                <a:solidFill>
                  <a:srgbClr val="91D0C2"/>
                </a:solidFill>
                <a:latin typeface="DejaVu Sans"/>
                <a:ea typeface="DejaVu Sans"/>
                <a:cs typeface="DejaVu Sans"/>
              </a:defRPr>
            </a:lvl2pPr>
            <a:lvl3pPr algn="l">
              <a:defRPr sz="2250" b="1">
                <a:solidFill>
                  <a:srgbClr val="91D0C2"/>
                </a:solidFill>
                <a:latin typeface="DejaVu Sans"/>
                <a:ea typeface="DejaVu Sans"/>
                <a:cs typeface="DejaVu Sans"/>
              </a:defRPr>
            </a:lvl3pPr>
            <a:lvl4pPr algn="l">
              <a:defRPr sz="2250" b="1">
                <a:solidFill>
                  <a:srgbClr val="91D0C2"/>
                </a:solidFill>
                <a:latin typeface="DejaVu Sans"/>
                <a:ea typeface="DejaVu Sans"/>
                <a:cs typeface="DejaVu Sans"/>
              </a:defRPr>
            </a:lvl4pPr>
            <a:lvl5pPr algn="l">
              <a:defRPr sz="2250" b="1">
                <a:solidFill>
                  <a:srgbClr val="91D0C2"/>
                </a:solidFill>
                <a:latin typeface="DejaVu Sans"/>
                <a:ea typeface="DejaVu Sans"/>
                <a:cs typeface="DejaVu Sans"/>
              </a:defRPr>
            </a:lvl5pPr>
            <a:lvl6pPr algn="l">
              <a:defRPr sz="2250" b="1">
                <a:solidFill>
                  <a:srgbClr val="91D0C2"/>
                </a:solidFill>
                <a:latin typeface="DejaVu Sans"/>
                <a:ea typeface="DejaVu Sans"/>
                <a:cs typeface="DejaVu Sans"/>
              </a:defRPr>
            </a:lvl6pPr>
            <a:lvl7pPr algn="l">
              <a:defRPr sz="2250" b="1">
                <a:solidFill>
                  <a:srgbClr val="91D0C2"/>
                </a:solidFill>
                <a:latin typeface="DejaVu Sans"/>
                <a:ea typeface="DejaVu Sans"/>
                <a:cs typeface="DejaVu Sans"/>
              </a:defRPr>
            </a:lvl7pPr>
            <a:lvl8pPr algn="l">
              <a:defRPr sz="2250" b="1">
                <a:solidFill>
                  <a:srgbClr val="91D0C2"/>
                </a:solidFill>
                <a:latin typeface="DejaVu Sans"/>
                <a:ea typeface="DejaVu Sans"/>
                <a:cs typeface="DejaVu Sans"/>
              </a:defRPr>
            </a:lvl8pPr>
            <a:lvl9pPr algn="l">
              <a:defRPr sz="2250" b="1">
                <a:solidFill>
                  <a:srgbClr val="91D0C2"/>
                </a:solidFill>
                <a:latin typeface="DejaVu Sans"/>
                <a:ea typeface="DejaVu Sans"/>
                <a:cs typeface="DejaVu Sans"/>
              </a:defRPr>
            </a:lvl9pPr>
          </a:lstStyle>
          <a:p xmlns:a="http://schemas.openxmlformats.org/drawingml/2006/main">
            <a:pPr algn="l">
              <a:defRPr sz="2250" b="1">
                <a:solidFill>
                  <a:srgbClr val="91D0C2"/>
                </a:solidFill>
                <a:latin typeface="DejaVu Sans"/>
                <a:ea typeface="DejaVu Sans"/>
                <a:cs typeface="DejaVu Sans"/>
              </a:defRPr>
            </a:pPr>
            <a:r>
              <a:rPr sz="2250" b="1">
                <a:solidFill>
                  <a:srgbClr val="91D0C2"/>
                </a:solidFill>
                <a:latin typeface="DejaVu Sans"/>
                <a:ea typeface="DejaVu Sans"/>
                <a:cs typeface="DejaVu Sans"/>
              </a:rPr>
              <a:t>B</a:t>
            </a:r>
          </a:p>
        </p:txBody>
      </p:sp>
      <p:sp>
        <p:nvSpPr>
          <p:cNvPr id="8" name="text-7">
            <a:extLst xmlns:a="http://schemas.openxmlformats.org/drawingml/2006/main">
              <a:ext uri="{FF2B5EF4-FFF2-40B4-BE49-F238E27FC236}">
                <a16:creationId xmlns:a16="http://schemas.microsoft.com/office/drawing/2014/main" id="{A235D484-CA57-4946-95D8-AF4FD83C100C}"/>
              </a:ext>
            </a:extLst>
          </p:cNvPr>
          <p:cNvSpPr>
            <a:spLocks xmlns:a="http://schemas.openxmlformats.org/drawingml/2006/main" noGrp="1"/>
          </p:cNvSpPr>
          <p:nvPr/>
        </p:nvSpPr>
        <p:spPr>
          <a:xfrm xmlns:a="http://schemas.openxmlformats.org/drawingml/2006/main">
            <a:off x="1362075" y="3848100"/>
            <a:ext cx="10001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DejaVu Sans"/>
                <a:ea typeface="DejaVu Sans"/>
                <a:cs typeface="DejaVu Sans"/>
              </a:defRPr>
            </a:defPPr>
            <a:lvl1pPr algn="l">
              <a:defRPr sz="1950" b="0">
                <a:solidFill>
                  <a:srgbClr val="FFFFFF"/>
                </a:solidFill>
                <a:latin typeface="DejaVu Sans"/>
                <a:ea typeface="DejaVu Sans"/>
                <a:cs typeface="DejaVu Sans"/>
              </a:defRPr>
            </a:lvl1pPr>
            <a:lvl2pPr algn="l">
              <a:defRPr sz="1950" b="0">
                <a:solidFill>
                  <a:srgbClr val="FFFFFF"/>
                </a:solidFill>
                <a:latin typeface="DejaVu Sans"/>
                <a:ea typeface="DejaVu Sans"/>
                <a:cs typeface="DejaVu Sans"/>
              </a:defRPr>
            </a:lvl2pPr>
            <a:lvl3pPr algn="l">
              <a:defRPr sz="1950" b="0">
                <a:solidFill>
                  <a:srgbClr val="FFFFFF"/>
                </a:solidFill>
                <a:latin typeface="DejaVu Sans"/>
                <a:ea typeface="DejaVu Sans"/>
                <a:cs typeface="DejaVu Sans"/>
              </a:defRPr>
            </a:lvl3pPr>
            <a:lvl4pPr algn="l">
              <a:defRPr sz="1950" b="0">
                <a:solidFill>
                  <a:srgbClr val="FFFFFF"/>
                </a:solidFill>
                <a:latin typeface="DejaVu Sans"/>
                <a:ea typeface="DejaVu Sans"/>
                <a:cs typeface="DejaVu Sans"/>
              </a:defRPr>
            </a:lvl4pPr>
            <a:lvl5pPr algn="l">
              <a:defRPr sz="1950" b="0">
                <a:solidFill>
                  <a:srgbClr val="FFFFFF"/>
                </a:solidFill>
                <a:latin typeface="DejaVu Sans"/>
                <a:ea typeface="DejaVu Sans"/>
                <a:cs typeface="DejaVu Sans"/>
              </a:defRPr>
            </a:lvl5pPr>
            <a:lvl6pPr algn="l">
              <a:defRPr sz="1950" b="0">
                <a:solidFill>
                  <a:srgbClr val="FFFFFF"/>
                </a:solidFill>
                <a:latin typeface="DejaVu Sans"/>
                <a:ea typeface="DejaVu Sans"/>
                <a:cs typeface="DejaVu Sans"/>
              </a:defRPr>
            </a:lvl6pPr>
            <a:lvl7pPr algn="l">
              <a:defRPr sz="1950" b="0">
                <a:solidFill>
                  <a:srgbClr val="FFFFFF"/>
                </a:solidFill>
                <a:latin typeface="DejaVu Sans"/>
                <a:ea typeface="DejaVu Sans"/>
                <a:cs typeface="DejaVu Sans"/>
              </a:defRPr>
            </a:lvl7pPr>
            <a:lvl8pPr algn="l">
              <a:defRPr sz="1950" b="0">
                <a:solidFill>
                  <a:srgbClr val="FFFFFF"/>
                </a:solidFill>
                <a:latin typeface="DejaVu Sans"/>
                <a:ea typeface="DejaVu Sans"/>
                <a:cs typeface="DejaVu Sans"/>
              </a:defRPr>
            </a:lvl8pPr>
            <a:lvl9pPr algn="l">
              <a:defRPr sz="1950" b="0">
                <a:solidFill>
                  <a:srgbClr val="FFFFFF"/>
                </a:solidFill>
                <a:latin typeface="DejaVu Sans"/>
                <a:ea typeface="DejaVu Sans"/>
                <a:cs typeface="DejaVu Sans"/>
              </a:defRPr>
            </a:lvl9pPr>
          </a:lstStyle>
          <a:p xmlns:a="http://schemas.openxmlformats.org/drawingml/2006/main">
            <a:pPr algn="l">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Verify the source, act proportionately, and provide an appeal.</a:t>
            </a:r>
          </a:p>
        </p:txBody>
      </p:sp>
      <p:sp>
        <p:nvSpPr>
          <p:cNvPr id="9" name="text-8">
            <a:extLst xmlns:a="http://schemas.openxmlformats.org/drawingml/2006/main">
              <a:ext uri="{FF2B5EF4-FFF2-40B4-BE49-F238E27FC236}">
                <a16:creationId xmlns:a16="http://schemas.microsoft.com/office/drawing/2014/main" id="{E643A68C-F365-40F6-9D8A-BC2F9A24F1CF}"/>
              </a:ext>
            </a:extLst>
          </p:cNvPr>
          <p:cNvSpPr>
            <a:spLocks xmlns:a="http://schemas.openxmlformats.org/drawingml/2006/main" noGrp="1"/>
          </p:cNvSpPr>
          <p:nvPr/>
        </p:nvSpPr>
        <p:spPr>
          <a:xfrm xmlns:a="http://schemas.openxmlformats.org/drawingml/2006/main">
            <a:off x="609600" y="4572000"/>
            <a:ext cx="57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91D0C2"/>
                </a:solidFill>
                <a:latin typeface="DejaVu Sans"/>
                <a:ea typeface="DejaVu Sans"/>
                <a:cs typeface="DejaVu Sans"/>
              </a:defRPr>
            </a:defPPr>
            <a:lvl1pPr algn="l">
              <a:defRPr sz="2250" b="1">
                <a:solidFill>
                  <a:srgbClr val="91D0C2"/>
                </a:solidFill>
                <a:latin typeface="DejaVu Sans"/>
                <a:ea typeface="DejaVu Sans"/>
                <a:cs typeface="DejaVu Sans"/>
              </a:defRPr>
            </a:lvl1pPr>
            <a:lvl2pPr algn="l">
              <a:defRPr sz="2250" b="1">
                <a:solidFill>
                  <a:srgbClr val="91D0C2"/>
                </a:solidFill>
                <a:latin typeface="DejaVu Sans"/>
                <a:ea typeface="DejaVu Sans"/>
                <a:cs typeface="DejaVu Sans"/>
              </a:defRPr>
            </a:lvl2pPr>
            <a:lvl3pPr algn="l">
              <a:defRPr sz="2250" b="1">
                <a:solidFill>
                  <a:srgbClr val="91D0C2"/>
                </a:solidFill>
                <a:latin typeface="DejaVu Sans"/>
                <a:ea typeface="DejaVu Sans"/>
                <a:cs typeface="DejaVu Sans"/>
              </a:defRPr>
            </a:lvl3pPr>
            <a:lvl4pPr algn="l">
              <a:defRPr sz="2250" b="1">
                <a:solidFill>
                  <a:srgbClr val="91D0C2"/>
                </a:solidFill>
                <a:latin typeface="DejaVu Sans"/>
                <a:ea typeface="DejaVu Sans"/>
                <a:cs typeface="DejaVu Sans"/>
              </a:defRPr>
            </a:lvl4pPr>
            <a:lvl5pPr algn="l">
              <a:defRPr sz="2250" b="1">
                <a:solidFill>
                  <a:srgbClr val="91D0C2"/>
                </a:solidFill>
                <a:latin typeface="DejaVu Sans"/>
                <a:ea typeface="DejaVu Sans"/>
                <a:cs typeface="DejaVu Sans"/>
              </a:defRPr>
            </a:lvl5pPr>
            <a:lvl6pPr algn="l">
              <a:defRPr sz="2250" b="1">
                <a:solidFill>
                  <a:srgbClr val="91D0C2"/>
                </a:solidFill>
                <a:latin typeface="DejaVu Sans"/>
                <a:ea typeface="DejaVu Sans"/>
                <a:cs typeface="DejaVu Sans"/>
              </a:defRPr>
            </a:lvl6pPr>
            <a:lvl7pPr algn="l">
              <a:defRPr sz="2250" b="1">
                <a:solidFill>
                  <a:srgbClr val="91D0C2"/>
                </a:solidFill>
                <a:latin typeface="DejaVu Sans"/>
                <a:ea typeface="DejaVu Sans"/>
                <a:cs typeface="DejaVu Sans"/>
              </a:defRPr>
            </a:lvl7pPr>
            <a:lvl8pPr algn="l">
              <a:defRPr sz="2250" b="1">
                <a:solidFill>
                  <a:srgbClr val="91D0C2"/>
                </a:solidFill>
                <a:latin typeface="DejaVu Sans"/>
                <a:ea typeface="DejaVu Sans"/>
                <a:cs typeface="DejaVu Sans"/>
              </a:defRPr>
            </a:lvl8pPr>
            <a:lvl9pPr algn="l">
              <a:defRPr sz="2250" b="1">
                <a:solidFill>
                  <a:srgbClr val="91D0C2"/>
                </a:solidFill>
                <a:latin typeface="DejaVu Sans"/>
                <a:ea typeface="DejaVu Sans"/>
                <a:cs typeface="DejaVu Sans"/>
              </a:defRPr>
            </a:lvl9pPr>
          </a:lstStyle>
          <a:p xmlns:a="http://schemas.openxmlformats.org/drawingml/2006/main">
            <a:pPr algn="l">
              <a:defRPr sz="2250" b="1">
                <a:solidFill>
                  <a:srgbClr val="91D0C2"/>
                </a:solidFill>
                <a:latin typeface="DejaVu Sans"/>
                <a:ea typeface="DejaVu Sans"/>
                <a:cs typeface="DejaVu Sans"/>
              </a:defRPr>
            </a:pPr>
            <a:r>
              <a:rPr sz="2250" b="1">
                <a:solidFill>
                  <a:srgbClr val="91D0C2"/>
                </a:solidFill>
                <a:latin typeface="DejaVu Sans"/>
                <a:ea typeface="DejaVu Sans"/>
                <a:cs typeface="DejaVu Sans"/>
              </a:rPr>
              <a:t>C</a:t>
            </a:r>
          </a:p>
        </p:txBody>
      </p:sp>
      <p:sp>
        <p:nvSpPr>
          <p:cNvPr id="10" name="text-9">
            <a:extLst xmlns:a="http://schemas.openxmlformats.org/drawingml/2006/main">
              <a:ext uri="{FF2B5EF4-FFF2-40B4-BE49-F238E27FC236}">
                <a16:creationId xmlns:a16="http://schemas.microsoft.com/office/drawing/2014/main" id="{16104AD9-883A-47D0-93BA-DFF4AD590940}"/>
              </a:ext>
            </a:extLst>
          </p:cNvPr>
          <p:cNvSpPr>
            <a:spLocks xmlns:a="http://schemas.openxmlformats.org/drawingml/2006/main" noGrp="1"/>
          </p:cNvSpPr>
          <p:nvPr/>
        </p:nvSpPr>
        <p:spPr>
          <a:xfrm xmlns:a="http://schemas.openxmlformats.org/drawingml/2006/main">
            <a:off x="1362075" y="4581525"/>
            <a:ext cx="10001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DejaVu Sans"/>
                <a:ea typeface="DejaVu Sans"/>
                <a:cs typeface="DejaVu Sans"/>
              </a:defRPr>
            </a:defPPr>
            <a:lvl1pPr algn="l">
              <a:defRPr sz="1950" b="0">
                <a:solidFill>
                  <a:srgbClr val="FFFFFF"/>
                </a:solidFill>
                <a:latin typeface="DejaVu Sans"/>
                <a:ea typeface="DejaVu Sans"/>
                <a:cs typeface="DejaVu Sans"/>
              </a:defRPr>
            </a:lvl1pPr>
            <a:lvl2pPr algn="l">
              <a:defRPr sz="1950" b="0">
                <a:solidFill>
                  <a:srgbClr val="FFFFFF"/>
                </a:solidFill>
                <a:latin typeface="DejaVu Sans"/>
                <a:ea typeface="DejaVu Sans"/>
                <a:cs typeface="DejaVu Sans"/>
              </a:defRPr>
            </a:lvl2pPr>
            <a:lvl3pPr algn="l">
              <a:defRPr sz="1950" b="0">
                <a:solidFill>
                  <a:srgbClr val="FFFFFF"/>
                </a:solidFill>
                <a:latin typeface="DejaVu Sans"/>
                <a:ea typeface="DejaVu Sans"/>
                <a:cs typeface="DejaVu Sans"/>
              </a:defRPr>
            </a:lvl3pPr>
            <a:lvl4pPr algn="l">
              <a:defRPr sz="1950" b="0">
                <a:solidFill>
                  <a:srgbClr val="FFFFFF"/>
                </a:solidFill>
                <a:latin typeface="DejaVu Sans"/>
                <a:ea typeface="DejaVu Sans"/>
                <a:cs typeface="DejaVu Sans"/>
              </a:defRPr>
            </a:lvl4pPr>
            <a:lvl5pPr algn="l">
              <a:defRPr sz="1950" b="0">
                <a:solidFill>
                  <a:srgbClr val="FFFFFF"/>
                </a:solidFill>
                <a:latin typeface="DejaVu Sans"/>
                <a:ea typeface="DejaVu Sans"/>
                <a:cs typeface="DejaVu Sans"/>
              </a:defRPr>
            </a:lvl5pPr>
            <a:lvl6pPr algn="l">
              <a:defRPr sz="1950" b="0">
                <a:solidFill>
                  <a:srgbClr val="FFFFFF"/>
                </a:solidFill>
                <a:latin typeface="DejaVu Sans"/>
                <a:ea typeface="DejaVu Sans"/>
                <a:cs typeface="DejaVu Sans"/>
              </a:defRPr>
            </a:lvl6pPr>
            <a:lvl7pPr algn="l">
              <a:defRPr sz="1950" b="0">
                <a:solidFill>
                  <a:srgbClr val="FFFFFF"/>
                </a:solidFill>
                <a:latin typeface="DejaVu Sans"/>
                <a:ea typeface="DejaVu Sans"/>
                <a:cs typeface="DejaVu Sans"/>
              </a:defRPr>
            </a:lvl7pPr>
            <a:lvl8pPr algn="l">
              <a:defRPr sz="1950" b="0">
                <a:solidFill>
                  <a:srgbClr val="FFFFFF"/>
                </a:solidFill>
                <a:latin typeface="DejaVu Sans"/>
                <a:ea typeface="DejaVu Sans"/>
                <a:cs typeface="DejaVu Sans"/>
              </a:defRPr>
            </a:lvl8pPr>
            <a:lvl9pPr algn="l">
              <a:defRPr sz="1950" b="0">
                <a:solidFill>
                  <a:srgbClr val="FFFFFF"/>
                </a:solidFill>
                <a:latin typeface="DejaVu Sans"/>
                <a:ea typeface="DejaVu Sans"/>
                <a:cs typeface="DejaVu Sans"/>
              </a:defRPr>
            </a:lvl9pPr>
          </a:lstStyle>
          <a:p xmlns:a="http://schemas.openxmlformats.org/drawingml/2006/main">
            <a:pPr algn="l">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Add an AI label and leave distribution unchanged.</a:t>
            </a:r>
          </a:p>
        </p:txBody>
      </p:sp>
      <p:sp>
        <p:nvSpPr>
          <p:cNvPr id="11" name="text-10">
            <a:extLst xmlns:a="http://schemas.openxmlformats.org/drawingml/2006/main">
              <a:ext uri="{FF2B5EF4-FFF2-40B4-BE49-F238E27FC236}">
                <a16:creationId xmlns:a16="http://schemas.microsoft.com/office/drawing/2014/main" id="{A6B27AE5-4F52-4B0B-846F-ED6B8126082F}"/>
              </a:ext>
            </a:extLst>
          </p:cNvPr>
          <p:cNvSpPr>
            <a:spLocks xmlns:a="http://schemas.openxmlformats.org/drawingml/2006/main" noGrp="1"/>
          </p:cNvSpPr>
          <p:nvPr/>
        </p:nvSpPr>
        <p:spPr>
          <a:xfrm xmlns:a="http://schemas.openxmlformats.org/drawingml/2006/main">
            <a:off x="609600" y="5305425"/>
            <a:ext cx="57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91D0C2"/>
                </a:solidFill>
                <a:latin typeface="DejaVu Sans"/>
                <a:ea typeface="DejaVu Sans"/>
                <a:cs typeface="DejaVu Sans"/>
              </a:defRPr>
            </a:defPPr>
            <a:lvl1pPr algn="l">
              <a:defRPr sz="2250" b="1">
                <a:solidFill>
                  <a:srgbClr val="91D0C2"/>
                </a:solidFill>
                <a:latin typeface="DejaVu Sans"/>
                <a:ea typeface="DejaVu Sans"/>
                <a:cs typeface="DejaVu Sans"/>
              </a:defRPr>
            </a:lvl1pPr>
            <a:lvl2pPr algn="l">
              <a:defRPr sz="2250" b="1">
                <a:solidFill>
                  <a:srgbClr val="91D0C2"/>
                </a:solidFill>
                <a:latin typeface="DejaVu Sans"/>
                <a:ea typeface="DejaVu Sans"/>
                <a:cs typeface="DejaVu Sans"/>
              </a:defRPr>
            </a:lvl2pPr>
            <a:lvl3pPr algn="l">
              <a:defRPr sz="2250" b="1">
                <a:solidFill>
                  <a:srgbClr val="91D0C2"/>
                </a:solidFill>
                <a:latin typeface="DejaVu Sans"/>
                <a:ea typeface="DejaVu Sans"/>
                <a:cs typeface="DejaVu Sans"/>
              </a:defRPr>
            </a:lvl3pPr>
            <a:lvl4pPr algn="l">
              <a:defRPr sz="2250" b="1">
                <a:solidFill>
                  <a:srgbClr val="91D0C2"/>
                </a:solidFill>
                <a:latin typeface="DejaVu Sans"/>
                <a:ea typeface="DejaVu Sans"/>
                <a:cs typeface="DejaVu Sans"/>
              </a:defRPr>
            </a:lvl4pPr>
            <a:lvl5pPr algn="l">
              <a:defRPr sz="2250" b="1">
                <a:solidFill>
                  <a:srgbClr val="91D0C2"/>
                </a:solidFill>
                <a:latin typeface="DejaVu Sans"/>
                <a:ea typeface="DejaVu Sans"/>
                <a:cs typeface="DejaVu Sans"/>
              </a:defRPr>
            </a:lvl5pPr>
            <a:lvl6pPr algn="l">
              <a:defRPr sz="2250" b="1">
                <a:solidFill>
                  <a:srgbClr val="91D0C2"/>
                </a:solidFill>
                <a:latin typeface="DejaVu Sans"/>
                <a:ea typeface="DejaVu Sans"/>
                <a:cs typeface="DejaVu Sans"/>
              </a:defRPr>
            </a:lvl6pPr>
            <a:lvl7pPr algn="l">
              <a:defRPr sz="2250" b="1">
                <a:solidFill>
                  <a:srgbClr val="91D0C2"/>
                </a:solidFill>
                <a:latin typeface="DejaVu Sans"/>
                <a:ea typeface="DejaVu Sans"/>
                <a:cs typeface="DejaVu Sans"/>
              </a:defRPr>
            </a:lvl7pPr>
            <a:lvl8pPr algn="l">
              <a:defRPr sz="2250" b="1">
                <a:solidFill>
                  <a:srgbClr val="91D0C2"/>
                </a:solidFill>
                <a:latin typeface="DejaVu Sans"/>
                <a:ea typeface="DejaVu Sans"/>
                <a:cs typeface="DejaVu Sans"/>
              </a:defRPr>
            </a:lvl8pPr>
            <a:lvl9pPr algn="l">
              <a:defRPr sz="2250" b="1">
                <a:solidFill>
                  <a:srgbClr val="91D0C2"/>
                </a:solidFill>
                <a:latin typeface="DejaVu Sans"/>
                <a:ea typeface="DejaVu Sans"/>
                <a:cs typeface="DejaVu Sans"/>
              </a:defRPr>
            </a:lvl9pPr>
          </a:lstStyle>
          <a:p xmlns:a="http://schemas.openxmlformats.org/drawingml/2006/main">
            <a:pPr algn="l">
              <a:defRPr sz="2250" b="1">
                <a:solidFill>
                  <a:srgbClr val="91D0C2"/>
                </a:solidFill>
                <a:latin typeface="DejaVu Sans"/>
                <a:ea typeface="DejaVu Sans"/>
                <a:cs typeface="DejaVu Sans"/>
              </a:defRPr>
            </a:pPr>
            <a:r>
              <a:rPr sz="2250" b="1">
                <a:solidFill>
                  <a:srgbClr val="91D0C2"/>
                </a:solidFill>
                <a:latin typeface="DejaVu Sans"/>
                <a:ea typeface="DejaVu Sans"/>
                <a:cs typeface="DejaVu Sans"/>
              </a:rPr>
              <a:t>D</a:t>
            </a:r>
          </a:p>
        </p:txBody>
      </p:sp>
      <p:sp>
        <p:nvSpPr>
          <p:cNvPr id="12" name="text-11">
            <a:extLst xmlns:a="http://schemas.openxmlformats.org/drawingml/2006/main">
              <a:ext uri="{FF2B5EF4-FFF2-40B4-BE49-F238E27FC236}">
                <a16:creationId xmlns:a16="http://schemas.microsoft.com/office/drawing/2014/main" id="{561D2F9C-319B-41F3-8B38-E25E9B84FC0C}"/>
              </a:ext>
            </a:extLst>
          </p:cNvPr>
          <p:cNvSpPr>
            <a:spLocks xmlns:a="http://schemas.openxmlformats.org/drawingml/2006/main" noGrp="1"/>
          </p:cNvSpPr>
          <p:nvPr/>
        </p:nvSpPr>
        <p:spPr>
          <a:xfrm xmlns:a="http://schemas.openxmlformats.org/drawingml/2006/main">
            <a:off x="1362075" y="5314950"/>
            <a:ext cx="10001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DejaVu Sans"/>
                <a:ea typeface="DejaVu Sans"/>
                <a:cs typeface="DejaVu Sans"/>
              </a:defRPr>
            </a:defPPr>
            <a:lvl1pPr algn="l">
              <a:defRPr sz="1950" b="0">
                <a:solidFill>
                  <a:srgbClr val="FFFFFF"/>
                </a:solidFill>
                <a:latin typeface="DejaVu Sans"/>
                <a:ea typeface="DejaVu Sans"/>
                <a:cs typeface="DejaVu Sans"/>
              </a:defRPr>
            </a:lvl1pPr>
            <a:lvl2pPr algn="l">
              <a:defRPr sz="1950" b="0">
                <a:solidFill>
                  <a:srgbClr val="FFFFFF"/>
                </a:solidFill>
                <a:latin typeface="DejaVu Sans"/>
                <a:ea typeface="DejaVu Sans"/>
                <a:cs typeface="DejaVu Sans"/>
              </a:defRPr>
            </a:lvl2pPr>
            <a:lvl3pPr algn="l">
              <a:defRPr sz="1950" b="0">
                <a:solidFill>
                  <a:srgbClr val="FFFFFF"/>
                </a:solidFill>
                <a:latin typeface="DejaVu Sans"/>
                <a:ea typeface="DejaVu Sans"/>
                <a:cs typeface="DejaVu Sans"/>
              </a:defRPr>
            </a:lvl3pPr>
            <a:lvl4pPr algn="l">
              <a:defRPr sz="1950" b="0">
                <a:solidFill>
                  <a:srgbClr val="FFFFFF"/>
                </a:solidFill>
                <a:latin typeface="DejaVu Sans"/>
                <a:ea typeface="DejaVu Sans"/>
                <a:cs typeface="DejaVu Sans"/>
              </a:defRPr>
            </a:lvl4pPr>
            <a:lvl5pPr algn="l">
              <a:defRPr sz="1950" b="0">
                <a:solidFill>
                  <a:srgbClr val="FFFFFF"/>
                </a:solidFill>
                <a:latin typeface="DejaVu Sans"/>
                <a:ea typeface="DejaVu Sans"/>
                <a:cs typeface="DejaVu Sans"/>
              </a:defRPr>
            </a:lvl5pPr>
            <a:lvl6pPr algn="l">
              <a:defRPr sz="1950" b="0">
                <a:solidFill>
                  <a:srgbClr val="FFFFFF"/>
                </a:solidFill>
                <a:latin typeface="DejaVu Sans"/>
                <a:ea typeface="DejaVu Sans"/>
                <a:cs typeface="DejaVu Sans"/>
              </a:defRPr>
            </a:lvl6pPr>
            <a:lvl7pPr algn="l">
              <a:defRPr sz="1950" b="0">
                <a:solidFill>
                  <a:srgbClr val="FFFFFF"/>
                </a:solidFill>
                <a:latin typeface="DejaVu Sans"/>
                <a:ea typeface="DejaVu Sans"/>
                <a:cs typeface="DejaVu Sans"/>
              </a:defRPr>
            </a:lvl7pPr>
            <a:lvl8pPr algn="l">
              <a:defRPr sz="1950" b="0">
                <a:solidFill>
                  <a:srgbClr val="FFFFFF"/>
                </a:solidFill>
                <a:latin typeface="DejaVu Sans"/>
                <a:ea typeface="DejaVu Sans"/>
                <a:cs typeface="DejaVu Sans"/>
              </a:defRPr>
            </a:lvl8pPr>
            <a:lvl9pPr algn="l">
              <a:defRPr sz="1950" b="0">
                <a:solidFill>
                  <a:srgbClr val="FFFFFF"/>
                </a:solidFill>
                <a:latin typeface="DejaVu Sans"/>
                <a:ea typeface="DejaVu Sans"/>
                <a:cs typeface="DejaVu Sans"/>
              </a:defRPr>
            </a:lvl9pPr>
          </a:lstStyle>
          <a:p xmlns:a="http://schemas.openxmlformats.org/drawingml/2006/main">
            <a:pPr algn="l">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Use the AI detector as the sole basis for removal.</a:t>
            </a:r>
          </a:p>
        </p:txBody>
      </p:sp>
    </p:spTree>
    <p:extLst>
      <p:ext uri="{BB962C8B-B14F-4D97-AF65-F5344CB8AC3E}">
        <p14:creationId xmlns:p14="http://schemas.microsoft.com/office/powerpoint/2010/main" val="970343363"/>
      </p:ext>
    </p:extLst>
  </p:cSld>
</p:sld>
</file>

<file path=ppt/slides/slide1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AE13463-72D6-4898-8001-377DD338EE6E}"/>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3786E"/>
                </a:solidFill>
                <a:latin typeface="DejaVu Sans"/>
                <a:ea typeface="DejaVu Sans"/>
                <a:cs typeface="DejaVu Sans"/>
              </a:defRPr>
            </a:defPPr>
            <a:lvl1pPr algn="l">
              <a:defRPr sz="1200" b="1">
                <a:solidFill>
                  <a:srgbClr val="13786E"/>
                </a:solidFill>
                <a:latin typeface="DejaVu Sans"/>
                <a:ea typeface="DejaVu Sans"/>
                <a:cs typeface="DejaVu Sans"/>
              </a:defRPr>
            </a:lvl1pPr>
            <a:lvl2pPr algn="l">
              <a:defRPr sz="1200" b="1">
                <a:solidFill>
                  <a:srgbClr val="13786E"/>
                </a:solidFill>
                <a:latin typeface="DejaVu Sans"/>
                <a:ea typeface="DejaVu Sans"/>
                <a:cs typeface="DejaVu Sans"/>
              </a:defRPr>
            </a:lvl2pPr>
            <a:lvl3pPr algn="l">
              <a:defRPr sz="1200" b="1">
                <a:solidFill>
                  <a:srgbClr val="13786E"/>
                </a:solidFill>
                <a:latin typeface="DejaVu Sans"/>
                <a:ea typeface="DejaVu Sans"/>
                <a:cs typeface="DejaVu Sans"/>
              </a:defRPr>
            </a:lvl3pPr>
            <a:lvl4pPr algn="l">
              <a:defRPr sz="1200" b="1">
                <a:solidFill>
                  <a:srgbClr val="13786E"/>
                </a:solidFill>
                <a:latin typeface="DejaVu Sans"/>
                <a:ea typeface="DejaVu Sans"/>
                <a:cs typeface="DejaVu Sans"/>
              </a:defRPr>
            </a:lvl4pPr>
            <a:lvl5pPr algn="l">
              <a:defRPr sz="1200" b="1">
                <a:solidFill>
                  <a:srgbClr val="13786E"/>
                </a:solidFill>
                <a:latin typeface="DejaVu Sans"/>
                <a:ea typeface="DejaVu Sans"/>
                <a:cs typeface="DejaVu Sans"/>
              </a:defRPr>
            </a:lvl5pPr>
            <a:lvl6pPr algn="l">
              <a:defRPr sz="1200" b="1">
                <a:solidFill>
                  <a:srgbClr val="13786E"/>
                </a:solidFill>
                <a:latin typeface="DejaVu Sans"/>
                <a:ea typeface="DejaVu Sans"/>
                <a:cs typeface="DejaVu Sans"/>
              </a:defRPr>
            </a:lvl6pPr>
            <a:lvl7pPr algn="l">
              <a:defRPr sz="1200" b="1">
                <a:solidFill>
                  <a:srgbClr val="13786E"/>
                </a:solidFill>
                <a:latin typeface="DejaVu Sans"/>
                <a:ea typeface="DejaVu Sans"/>
                <a:cs typeface="DejaVu Sans"/>
              </a:defRPr>
            </a:lvl7pPr>
            <a:lvl8pPr algn="l">
              <a:defRPr sz="1200" b="1">
                <a:solidFill>
                  <a:srgbClr val="13786E"/>
                </a:solidFill>
                <a:latin typeface="DejaVu Sans"/>
                <a:ea typeface="DejaVu Sans"/>
                <a:cs typeface="DejaVu Sans"/>
              </a:defRPr>
            </a:lvl8pPr>
            <a:lvl9pPr algn="l">
              <a:defRPr sz="1200" b="1">
                <a:solidFill>
                  <a:srgbClr val="13786E"/>
                </a:solidFill>
                <a:latin typeface="DejaVu Sans"/>
                <a:ea typeface="DejaVu Sans"/>
                <a:cs typeface="DejaVu Sans"/>
              </a:defRPr>
            </a:lvl9pPr>
          </a:lstStyle>
          <a:p xmlns:a="http://schemas.openxmlformats.org/drawingml/2006/main">
            <a:pPr algn="l">
              <a:defRPr sz="1200" b="1">
                <a:solidFill>
                  <a:srgbClr val="13786E"/>
                </a:solidFill>
                <a:latin typeface="DejaVu Sans"/>
                <a:ea typeface="DejaVu Sans"/>
                <a:cs typeface="DejaVu Sans"/>
              </a:defRPr>
            </a:pPr>
            <a:r>
              <a:rPr sz="1200" b="1">
                <a:solidFill>
                  <a:srgbClr val="13786E"/>
                </a:solidFill>
                <a:latin typeface="DejaVu Sans"/>
                <a:ea typeface="DejaVu Sans"/>
                <a:cs typeface="DejaVu Sans"/>
              </a:rPr>
              <a:t>REVEAL AFTER DISCUSSION</a:t>
            </a:r>
          </a:p>
        </p:txBody>
      </p:sp>
      <p:sp>
        <p:nvSpPr>
          <p:cNvPr id="2" name="slide-title">
            <a:extLst xmlns:a="http://schemas.openxmlformats.org/drawingml/2006/main">
              <a:ext uri="{FF2B5EF4-FFF2-40B4-BE49-F238E27FC236}">
                <a16:creationId xmlns:a16="http://schemas.microsoft.com/office/drawing/2014/main" id="{D137EE05-0E6A-44E7-95B7-C0DDBA7C9EAD}"/>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A3C"/>
                </a:solidFill>
                <a:latin typeface="DejaVu Sans"/>
                <a:ea typeface="DejaVu Sans"/>
                <a:cs typeface="DejaVu Sans"/>
              </a:defRPr>
            </a:defPPr>
            <a:lvl1pPr algn="l">
              <a:defRPr sz="3225" b="1">
                <a:solidFill>
                  <a:srgbClr val="142A3C"/>
                </a:solidFill>
                <a:latin typeface="DejaVu Sans"/>
                <a:ea typeface="DejaVu Sans"/>
                <a:cs typeface="DejaVu Sans"/>
              </a:defRPr>
            </a:lvl1pPr>
            <a:lvl2pPr algn="l">
              <a:defRPr sz="3225" b="1">
                <a:solidFill>
                  <a:srgbClr val="142A3C"/>
                </a:solidFill>
                <a:latin typeface="DejaVu Sans"/>
                <a:ea typeface="DejaVu Sans"/>
                <a:cs typeface="DejaVu Sans"/>
              </a:defRPr>
            </a:lvl2pPr>
            <a:lvl3pPr algn="l">
              <a:defRPr sz="3225" b="1">
                <a:solidFill>
                  <a:srgbClr val="142A3C"/>
                </a:solidFill>
                <a:latin typeface="DejaVu Sans"/>
                <a:ea typeface="DejaVu Sans"/>
                <a:cs typeface="DejaVu Sans"/>
              </a:defRPr>
            </a:lvl3pPr>
            <a:lvl4pPr algn="l">
              <a:defRPr sz="3225" b="1">
                <a:solidFill>
                  <a:srgbClr val="142A3C"/>
                </a:solidFill>
                <a:latin typeface="DejaVu Sans"/>
                <a:ea typeface="DejaVu Sans"/>
                <a:cs typeface="DejaVu Sans"/>
              </a:defRPr>
            </a:lvl4pPr>
            <a:lvl5pPr algn="l">
              <a:defRPr sz="3225" b="1">
                <a:solidFill>
                  <a:srgbClr val="142A3C"/>
                </a:solidFill>
                <a:latin typeface="DejaVu Sans"/>
                <a:ea typeface="DejaVu Sans"/>
                <a:cs typeface="DejaVu Sans"/>
              </a:defRPr>
            </a:lvl5pPr>
            <a:lvl6pPr algn="l">
              <a:defRPr sz="3225" b="1">
                <a:solidFill>
                  <a:srgbClr val="142A3C"/>
                </a:solidFill>
                <a:latin typeface="DejaVu Sans"/>
                <a:ea typeface="DejaVu Sans"/>
                <a:cs typeface="DejaVu Sans"/>
              </a:defRPr>
            </a:lvl6pPr>
            <a:lvl7pPr algn="l">
              <a:defRPr sz="3225" b="1">
                <a:solidFill>
                  <a:srgbClr val="142A3C"/>
                </a:solidFill>
                <a:latin typeface="DejaVu Sans"/>
                <a:ea typeface="DejaVu Sans"/>
                <a:cs typeface="DejaVu Sans"/>
              </a:defRPr>
            </a:lvl7pPr>
            <a:lvl8pPr algn="l">
              <a:defRPr sz="3225" b="1">
                <a:solidFill>
                  <a:srgbClr val="142A3C"/>
                </a:solidFill>
                <a:latin typeface="DejaVu Sans"/>
                <a:ea typeface="DejaVu Sans"/>
                <a:cs typeface="DejaVu Sans"/>
              </a:defRPr>
            </a:lvl8pPr>
            <a:lvl9pPr algn="l">
              <a:defRPr sz="3225" b="1">
                <a:solidFill>
                  <a:srgbClr val="142A3C"/>
                </a:solidFill>
                <a:latin typeface="DejaVu Sans"/>
                <a:ea typeface="DejaVu Sans"/>
                <a:cs typeface="DejaVu Sans"/>
              </a:defRPr>
            </a:lvl9pPr>
          </a:lstStyle>
          <a:p xmlns:a="http://schemas.openxmlformats.org/drawingml/2006/main">
            <a:pPr algn="l">
              <a:defRPr sz="3225" b="1">
                <a:solidFill>
                  <a:srgbClr val="142A3C"/>
                </a:solidFill>
                <a:latin typeface="DejaVu Sans"/>
                <a:ea typeface="DejaVu Sans"/>
                <a:cs typeface="DejaVu Sans"/>
              </a:defRPr>
            </a:pPr>
            <a:r>
              <a:rPr sz="3225" b="1">
                <a:solidFill>
                  <a:srgbClr val="142A3C"/>
                </a:solidFill>
                <a:latin typeface="DejaVu Sans"/>
                <a:ea typeface="DejaVu Sans"/>
                <a:cs typeface="DejaVu Sans"/>
              </a:rPr>
              <a:t>Correct answer: B</a:t>
            </a:r>
          </a:p>
        </p:txBody>
      </p:sp>
      <p:sp>
        <p:nvSpPr>
          <p:cNvPr id="3" name="text-2">
            <a:extLst xmlns:a="http://schemas.openxmlformats.org/drawingml/2006/main">
              <a:ext uri="{FF2B5EF4-FFF2-40B4-BE49-F238E27FC236}">
                <a16:creationId xmlns:a16="http://schemas.microsoft.com/office/drawing/2014/main" id="{9E291637-12C7-4504-8C98-6259658CBC92}"/>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46570"/>
                </a:solidFill>
                <a:latin typeface="DejaVu Sans"/>
                <a:ea typeface="DejaVu Sans"/>
                <a:cs typeface="DejaVu Sans"/>
              </a:defRPr>
            </a:defPPr>
            <a:lvl1pPr algn="r">
              <a:defRPr sz="1200" b="0">
                <a:solidFill>
                  <a:srgbClr val="546570"/>
                </a:solidFill>
                <a:latin typeface="DejaVu Sans"/>
                <a:ea typeface="DejaVu Sans"/>
                <a:cs typeface="DejaVu Sans"/>
              </a:defRPr>
            </a:lvl1pPr>
            <a:lvl2pPr algn="r">
              <a:defRPr sz="1200" b="0">
                <a:solidFill>
                  <a:srgbClr val="546570"/>
                </a:solidFill>
                <a:latin typeface="DejaVu Sans"/>
                <a:ea typeface="DejaVu Sans"/>
                <a:cs typeface="DejaVu Sans"/>
              </a:defRPr>
            </a:lvl2pPr>
            <a:lvl3pPr algn="r">
              <a:defRPr sz="1200" b="0">
                <a:solidFill>
                  <a:srgbClr val="546570"/>
                </a:solidFill>
                <a:latin typeface="DejaVu Sans"/>
                <a:ea typeface="DejaVu Sans"/>
                <a:cs typeface="DejaVu Sans"/>
              </a:defRPr>
            </a:lvl3pPr>
            <a:lvl4pPr algn="r">
              <a:defRPr sz="1200" b="0">
                <a:solidFill>
                  <a:srgbClr val="546570"/>
                </a:solidFill>
                <a:latin typeface="DejaVu Sans"/>
                <a:ea typeface="DejaVu Sans"/>
                <a:cs typeface="DejaVu Sans"/>
              </a:defRPr>
            </a:lvl4pPr>
            <a:lvl5pPr algn="r">
              <a:defRPr sz="1200" b="0">
                <a:solidFill>
                  <a:srgbClr val="546570"/>
                </a:solidFill>
                <a:latin typeface="DejaVu Sans"/>
                <a:ea typeface="DejaVu Sans"/>
                <a:cs typeface="DejaVu Sans"/>
              </a:defRPr>
            </a:lvl5pPr>
            <a:lvl6pPr algn="r">
              <a:defRPr sz="1200" b="0">
                <a:solidFill>
                  <a:srgbClr val="546570"/>
                </a:solidFill>
                <a:latin typeface="DejaVu Sans"/>
                <a:ea typeface="DejaVu Sans"/>
                <a:cs typeface="DejaVu Sans"/>
              </a:defRPr>
            </a:lvl6pPr>
            <a:lvl7pPr algn="r">
              <a:defRPr sz="1200" b="0">
                <a:solidFill>
                  <a:srgbClr val="546570"/>
                </a:solidFill>
                <a:latin typeface="DejaVu Sans"/>
                <a:ea typeface="DejaVu Sans"/>
                <a:cs typeface="DejaVu Sans"/>
              </a:defRPr>
            </a:lvl7pPr>
            <a:lvl8pPr algn="r">
              <a:defRPr sz="1200" b="0">
                <a:solidFill>
                  <a:srgbClr val="546570"/>
                </a:solidFill>
                <a:latin typeface="DejaVu Sans"/>
                <a:ea typeface="DejaVu Sans"/>
                <a:cs typeface="DejaVu Sans"/>
              </a:defRPr>
            </a:lvl8pPr>
            <a:lvl9pPr algn="r">
              <a:defRPr sz="1200" b="0">
                <a:solidFill>
                  <a:srgbClr val="546570"/>
                </a:solidFill>
                <a:latin typeface="DejaVu Sans"/>
                <a:ea typeface="DejaVu Sans"/>
                <a:cs typeface="DejaVu Sans"/>
              </a:defRPr>
            </a:lvl9pPr>
          </a:lstStyle>
          <a:p xmlns:a="http://schemas.openxmlformats.org/drawingml/2006/main">
            <a:pPr algn="r">
              <a:defRPr sz="1200" b="0">
                <a:solidFill>
                  <a:srgbClr val="546570"/>
                </a:solidFill>
                <a:latin typeface="DejaVu Sans"/>
                <a:ea typeface="DejaVu Sans"/>
                <a:cs typeface="DejaVu Sans"/>
              </a:defRPr>
            </a:pPr>
            <a:r>
              <a:rPr sz="1200" b="0">
                <a:solidFill>
                  <a:srgbClr val="546570"/>
                </a:solidFill>
                <a:latin typeface="DejaVu Sans"/>
                <a:ea typeface="DejaVu Sans"/>
                <a:cs typeface="DejaVu Sans"/>
              </a:rPr>
              <a:t>14</a:t>
            </a:r>
          </a:p>
        </p:txBody>
      </p:sp>
      <p:sp>
        <p:nvSpPr>
          <p:cNvPr id="4" name="text-3">
            <a:extLst xmlns:a="http://schemas.openxmlformats.org/drawingml/2006/main">
              <a:ext uri="{FF2B5EF4-FFF2-40B4-BE49-F238E27FC236}">
                <a16:creationId xmlns:a16="http://schemas.microsoft.com/office/drawing/2014/main" id="{DC6CE227-EB2A-4267-BAC2-12638F197FB0}"/>
              </a:ext>
            </a:extLst>
          </p:cNvPr>
          <p:cNvSpPr>
            <a:spLocks xmlns:a="http://schemas.openxmlformats.org/drawingml/2006/main" noGrp="1"/>
          </p:cNvSpPr>
          <p:nvPr/>
        </p:nvSpPr>
        <p:spPr>
          <a:xfrm xmlns:a="http://schemas.openxmlformats.org/drawingml/2006/main">
            <a:off x="609600" y="1809750"/>
            <a:ext cx="1081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13786E"/>
                </a:solidFill>
                <a:latin typeface="DejaVu Sans"/>
                <a:ea typeface="DejaVu Sans"/>
                <a:cs typeface="DejaVu Sans"/>
              </a:defRPr>
            </a:defPPr>
            <a:lvl1pPr algn="l">
              <a:defRPr sz="2925" b="1">
                <a:solidFill>
                  <a:srgbClr val="13786E"/>
                </a:solidFill>
                <a:latin typeface="DejaVu Sans"/>
                <a:ea typeface="DejaVu Sans"/>
                <a:cs typeface="DejaVu Sans"/>
              </a:defRPr>
            </a:lvl1pPr>
            <a:lvl2pPr algn="l">
              <a:defRPr sz="2925" b="1">
                <a:solidFill>
                  <a:srgbClr val="13786E"/>
                </a:solidFill>
                <a:latin typeface="DejaVu Sans"/>
                <a:ea typeface="DejaVu Sans"/>
                <a:cs typeface="DejaVu Sans"/>
              </a:defRPr>
            </a:lvl2pPr>
            <a:lvl3pPr algn="l">
              <a:defRPr sz="2925" b="1">
                <a:solidFill>
                  <a:srgbClr val="13786E"/>
                </a:solidFill>
                <a:latin typeface="DejaVu Sans"/>
                <a:ea typeface="DejaVu Sans"/>
                <a:cs typeface="DejaVu Sans"/>
              </a:defRPr>
            </a:lvl3pPr>
            <a:lvl4pPr algn="l">
              <a:defRPr sz="2925" b="1">
                <a:solidFill>
                  <a:srgbClr val="13786E"/>
                </a:solidFill>
                <a:latin typeface="DejaVu Sans"/>
                <a:ea typeface="DejaVu Sans"/>
                <a:cs typeface="DejaVu Sans"/>
              </a:defRPr>
            </a:lvl4pPr>
            <a:lvl5pPr algn="l">
              <a:defRPr sz="2925" b="1">
                <a:solidFill>
                  <a:srgbClr val="13786E"/>
                </a:solidFill>
                <a:latin typeface="DejaVu Sans"/>
                <a:ea typeface="DejaVu Sans"/>
                <a:cs typeface="DejaVu Sans"/>
              </a:defRPr>
            </a:lvl5pPr>
            <a:lvl6pPr algn="l">
              <a:defRPr sz="2925" b="1">
                <a:solidFill>
                  <a:srgbClr val="13786E"/>
                </a:solidFill>
                <a:latin typeface="DejaVu Sans"/>
                <a:ea typeface="DejaVu Sans"/>
                <a:cs typeface="DejaVu Sans"/>
              </a:defRPr>
            </a:lvl6pPr>
            <a:lvl7pPr algn="l">
              <a:defRPr sz="2925" b="1">
                <a:solidFill>
                  <a:srgbClr val="13786E"/>
                </a:solidFill>
                <a:latin typeface="DejaVu Sans"/>
                <a:ea typeface="DejaVu Sans"/>
                <a:cs typeface="DejaVu Sans"/>
              </a:defRPr>
            </a:lvl7pPr>
            <a:lvl8pPr algn="l">
              <a:defRPr sz="2925" b="1">
                <a:solidFill>
                  <a:srgbClr val="13786E"/>
                </a:solidFill>
                <a:latin typeface="DejaVu Sans"/>
                <a:ea typeface="DejaVu Sans"/>
                <a:cs typeface="DejaVu Sans"/>
              </a:defRPr>
            </a:lvl8pPr>
            <a:lvl9pPr algn="l">
              <a:defRPr sz="2925" b="1">
                <a:solidFill>
                  <a:srgbClr val="13786E"/>
                </a:solidFill>
                <a:latin typeface="DejaVu Sans"/>
                <a:ea typeface="DejaVu Sans"/>
                <a:cs typeface="DejaVu Sans"/>
              </a:defRPr>
            </a:lvl9pPr>
          </a:lstStyle>
          <a:p xmlns:a="http://schemas.openxmlformats.org/drawingml/2006/main">
            <a:pPr algn="l">
              <a:defRPr sz="2925" b="1">
                <a:solidFill>
                  <a:srgbClr val="13786E"/>
                </a:solidFill>
                <a:latin typeface="DejaVu Sans"/>
                <a:ea typeface="DejaVu Sans"/>
                <a:cs typeface="DejaVu Sans"/>
              </a:defRPr>
            </a:pPr>
            <a:r>
              <a:rPr sz="2925" b="1">
                <a:solidFill>
                  <a:srgbClr val="13786E"/>
                </a:solidFill>
                <a:latin typeface="DejaVu Sans"/>
                <a:ea typeface="DejaVu Sans"/>
                <a:cs typeface="DejaVu Sans"/>
              </a:rPr>
              <a:t>Verify the source, act proportionately,</a:t>
            </a:r>
          </a:p>
          <a:p xmlns:a="http://schemas.openxmlformats.org/drawingml/2006/main">
            <a:pPr algn="l">
              <a:defRPr sz="2925" b="1">
                <a:solidFill>
                  <a:srgbClr val="13786E"/>
                </a:solidFill>
                <a:latin typeface="DejaVu Sans"/>
                <a:ea typeface="DejaVu Sans"/>
                <a:cs typeface="DejaVu Sans"/>
              </a:defRPr>
            </a:pPr>
            <a:r>
              <a:rPr sz="2925" b="1">
                <a:solidFill>
                  <a:srgbClr val="13786E"/>
                </a:solidFill>
                <a:latin typeface="DejaVu Sans"/>
                <a:ea typeface="DejaVu Sans"/>
                <a:cs typeface="DejaVu Sans"/>
              </a:rPr>
              <a:t>and provide an appeal.</a:t>
            </a:r>
          </a:p>
        </p:txBody>
      </p:sp>
      <p:sp>
        <p:nvSpPr>
          <p:cNvPr id="5" name="text-4">
            <a:extLst xmlns:a="http://schemas.openxmlformats.org/drawingml/2006/main">
              <a:ext uri="{FF2B5EF4-FFF2-40B4-BE49-F238E27FC236}">
                <a16:creationId xmlns:a16="http://schemas.microsoft.com/office/drawing/2014/main" id="{D86E960C-990C-424B-84C1-F5197CFD2F31}"/>
              </a:ext>
            </a:extLst>
          </p:cNvPr>
          <p:cNvSpPr>
            <a:spLocks xmlns:a="http://schemas.openxmlformats.org/drawingml/2006/main" noGrp="1"/>
          </p:cNvSpPr>
          <p:nvPr/>
        </p:nvSpPr>
        <p:spPr>
          <a:xfrm xmlns:a="http://schemas.openxmlformats.org/drawingml/2006/main">
            <a:off x="609600" y="351472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3786E"/>
                </a:solidFill>
                <a:latin typeface="DejaVu Sans"/>
                <a:ea typeface="DejaVu Sans"/>
                <a:cs typeface="DejaVu Sans"/>
              </a:defRPr>
            </a:defPPr>
            <a:lvl1pPr algn="l">
              <a:defRPr sz="1425" b="1">
                <a:solidFill>
                  <a:srgbClr val="13786E"/>
                </a:solidFill>
                <a:latin typeface="DejaVu Sans"/>
                <a:ea typeface="DejaVu Sans"/>
                <a:cs typeface="DejaVu Sans"/>
              </a:defRPr>
            </a:lvl1pPr>
            <a:lvl2pPr algn="l">
              <a:defRPr sz="1425" b="1">
                <a:solidFill>
                  <a:srgbClr val="13786E"/>
                </a:solidFill>
                <a:latin typeface="DejaVu Sans"/>
                <a:ea typeface="DejaVu Sans"/>
                <a:cs typeface="DejaVu Sans"/>
              </a:defRPr>
            </a:lvl2pPr>
            <a:lvl3pPr algn="l">
              <a:defRPr sz="1425" b="1">
                <a:solidFill>
                  <a:srgbClr val="13786E"/>
                </a:solidFill>
                <a:latin typeface="DejaVu Sans"/>
                <a:ea typeface="DejaVu Sans"/>
                <a:cs typeface="DejaVu Sans"/>
              </a:defRPr>
            </a:lvl3pPr>
            <a:lvl4pPr algn="l">
              <a:defRPr sz="1425" b="1">
                <a:solidFill>
                  <a:srgbClr val="13786E"/>
                </a:solidFill>
                <a:latin typeface="DejaVu Sans"/>
                <a:ea typeface="DejaVu Sans"/>
                <a:cs typeface="DejaVu Sans"/>
              </a:defRPr>
            </a:lvl4pPr>
            <a:lvl5pPr algn="l">
              <a:defRPr sz="1425" b="1">
                <a:solidFill>
                  <a:srgbClr val="13786E"/>
                </a:solidFill>
                <a:latin typeface="DejaVu Sans"/>
                <a:ea typeface="DejaVu Sans"/>
                <a:cs typeface="DejaVu Sans"/>
              </a:defRPr>
            </a:lvl5pPr>
            <a:lvl6pPr algn="l">
              <a:defRPr sz="1425" b="1">
                <a:solidFill>
                  <a:srgbClr val="13786E"/>
                </a:solidFill>
                <a:latin typeface="DejaVu Sans"/>
                <a:ea typeface="DejaVu Sans"/>
                <a:cs typeface="DejaVu Sans"/>
              </a:defRPr>
            </a:lvl6pPr>
            <a:lvl7pPr algn="l">
              <a:defRPr sz="1425" b="1">
                <a:solidFill>
                  <a:srgbClr val="13786E"/>
                </a:solidFill>
                <a:latin typeface="DejaVu Sans"/>
                <a:ea typeface="DejaVu Sans"/>
                <a:cs typeface="DejaVu Sans"/>
              </a:defRPr>
            </a:lvl7pPr>
            <a:lvl8pPr algn="l">
              <a:defRPr sz="1425" b="1">
                <a:solidFill>
                  <a:srgbClr val="13786E"/>
                </a:solidFill>
                <a:latin typeface="DejaVu Sans"/>
                <a:ea typeface="DejaVu Sans"/>
                <a:cs typeface="DejaVu Sans"/>
              </a:defRPr>
            </a:lvl8pPr>
            <a:lvl9pPr algn="l">
              <a:defRPr sz="1425" b="1">
                <a:solidFill>
                  <a:srgbClr val="13786E"/>
                </a:solidFill>
                <a:latin typeface="DejaVu Sans"/>
                <a:ea typeface="DejaVu Sans"/>
                <a:cs typeface="DejaVu Sans"/>
              </a:defRPr>
            </a:lvl9pPr>
          </a:lstStyle>
          <a:p xmlns:a="http://schemas.openxmlformats.org/drawingml/2006/main">
            <a:pPr algn="l">
              <a:defRPr sz="1425" b="1">
                <a:solidFill>
                  <a:srgbClr val="13786E"/>
                </a:solidFill>
                <a:latin typeface="DejaVu Sans"/>
                <a:ea typeface="DejaVu Sans"/>
                <a:cs typeface="DejaVu Sans"/>
              </a:defRPr>
            </a:pPr>
            <a:r>
              <a:rPr sz="1425" b="1">
                <a:solidFill>
                  <a:srgbClr val="13786E"/>
                </a:solidFill>
                <a:latin typeface="DejaVu Sans"/>
                <a:ea typeface="DejaVu Sans"/>
                <a:cs typeface="DejaVu Sans"/>
              </a:rPr>
              <a:t>WHY B?</a:t>
            </a:r>
          </a:p>
        </p:txBody>
      </p:sp>
      <p:sp>
        <p:nvSpPr>
          <p:cNvPr id="6" name="text-5">
            <a:extLst xmlns:a="http://schemas.openxmlformats.org/drawingml/2006/main">
              <a:ext uri="{FF2B5EF4-FFF2-40B4-BE49-F238E27FC236}">
                <a16:creationId xmlns:a16="http://schemas.microsoft.com/office/drawing/2014/main" id="{9096725C-8395-4ED2-A6B7-FC4DED3EAC4E}"/>
              </a:ext>
            </a:extLst>
          </p:cNvPr>
          <p:cNvSpPr>
            <a:spLocks xmlns:a="http://schemas.openxmlformats.org/drawingml/2006/main" noGrp="1"/>
          </p:cNvSpPr>
          <p:nvPr/>
        </p:nvSpPr>
        <p:spPr>
          <a:xfrm xmlns:a="http://schemas.openxmlformats.org/drawingml/2006/main">
            <a:off x="609600" y="3838575"/>
            <a:ext cx="106680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142A3C"/>
                </a:solidFill>
                <a:latin typeface="DejaVu Sans"/>
                <a:ea typeface="DejaVu Sans"/>
                <a:cs typeface="DejaVu Sans"/>
              </a:defRPr>
            </a:defPPr>
            <a:lvl1pPr algn="l">
              <a:defRPr sz="2175" b="0">
                <a:solidFill>
                  <a:srgbClr val="142A3C"/>
                </a:solidFill>
                <a:latin typeface="DejaVu Sans"/>
                <a:ea typeface="DejaVu Sans"/>
                <a:cs typeface="DejaVu Sans"/>
              </a:defRPr>
            </a:lvl1pPr>
            <a:lvl2pPr algn="l">
              <a:defRPr sz="2175" b="0">
                <a:solidFill>
                  <a:srgbClr val="142A3C"/>
                </a:solidFill>
                <a:latin typeface="DejaVu Sans"/>
                <a:ea typeface="DejaVu Sans"/>
                <a:cs typeface="DejaVu Sans"/>
              </a:defRPr>
            </a:lvl2pPr>
            <a:lvl3pPr algn="l">
              <a:defRPr sz="2175" b="0">
                <a:solidFill>
                  <a:srgbClr val="142A3C"/>
                </a:solidFill>
                <a:latin typeface="DejaVu Sans"/>
                <a:ea typeface="DejaVu Sans"/>
                <a:cs typeface="DejaVu Sans"/>
              </a:defRPr>
            </a:lvl3pPr>
            <a:lvl4pPr algn="l">
              <a:defRPr sz="2175" b="0">
                <a:solidFill>
                  <a:srgbClr val="142A3C"/>
                </a:solidFill>
                <a:latin typeface="DejaVu Sans"/>
                <a:ea typeface="DejaVu Sans"/>
                <a:cs typeface="DejaVu Sans"/>
              </a:defRPr>
            </a:lvl4pPr>
            <a:lvl5pPr algn="l">
              <a:defRPr sz="2175" b="0">
                <a:solidFill>
                  <a:srgbClr val="142A3C"/>
                </a:solidFill>
                <a:latin typeface="DejaVu Sans"/>
                <a:ea typeface="DejaVu Sans"/>
                <a:cs typeface="DejaVu Sans"/>
              </a:defRPr>
            </a:lvl5pPr>
            <a:lvl6pPr algn="l">
              <a:defRPr sz="2175" b="0">
                <a:solidFill>
                  <a:srgbClr val="142A3C"/>
                </a:solidFill>
                <a:latin typeface="DejaVu Sans"/>
                <a:ea typeface="DejaVu Sans"/>
                <a:cs typeface="DejaVu Sans"/>
              </a:defRPr>
            </a:lvl6pPr>
            <a:lvl7pPr algn="l">
              <a:defRPr sz="2175" b="0">
                <a:solidFill>
                  <a:srgbClr val="142A3C"/>
                </a:solidFill>
                <a:latin typeface="DejaVu Sans"/>
                <a:ea typeface="DejaVu Sans"/>
                <a:cs typeface="DejaVu Sans"/>
              </a:defRPr>
            </a:lvl7pPr>
            <a:lvl8pPr algn="l">
              <a:defRPr sz="2175" b="0">
                <a:solidFill>
                  <a:srgbClr val="142A3C"/>
                </a:solidFill>
                <a:latin typeface="DejaVu Sans"/>
                <a:ea typeface="DejaVu Sans"/>
                <a:cs typeface="DejaVu Sans"/>
              </a:defRPr>
            </a:lvl8pPr>
            <a:lvl9pPr algn="l">
              <a:defRPr sz="2175" b="0">
                <a:solidFill>
                  <a:srgbClr val="142A3C"/>
                </a:solidFill>
                <a:latin typeface="DejaVu Sans"/>
                <a:ea typeface="DejaVu Sans"/>
                <a:cs typeface="DejaVu Sans"/>
              </a:defRPr>
            </a:lvl9pPr>
          </a:lstStyle>
          <a:p xmlns:a="http://schemas.openxmlformats.org/drawingml/2006/main">
            <a:pPr algn="l">
              <a:defRPr sz="2175" b="0">
                <a:solidFill>
                  <a:srgbClr val="142A3C"/>
                </a:solidFill>
                <a:latin typeface="DejaVu Sans"/>
                <a:ea typeface="DejaVu Sans"/>
                <a:cs typeface="DejaVu Sans"/>
              </a:defRPr>
            </a:pPr>
            <a:r>
              <a:rPr sz="2175" b="0">
                <a:solidFill>
                  <a:srgbClr val="142A3C"/>
                </a:solidFill>
                <a:latin typeface="DejaVu Sans"/>
                <a:ea typeface="DejaVu Sans"/>
                <a:cs typeface="DejaVu Sans"/>
              </a:rPr>
              <a:t>It combines verification, proportionate action and a way to correct a mistaken decision.</a:t>
            </a:r>
          </a:p>
        </p:txBody>
      </p:sp>
      <p:sp>
        <p:nvSpPr>
          <p:cNvPr id="7" name="text-6">
            <a:extLst xmlns:a="http://schemas.openxmlformats.org/drawingml/2006/main">
              <a:ext uri="{FF2B5EF4-FFF2-40B4-BE49-F238E27FC236}">
                <a16:creationId xmlns:a16="http://schemas.microsoft.com/office/drawing/2014/main" id="{5A0BF6DB-9763-4C3D-855C-5A98290F2312}"/>
              </a:ext>
            </a:extLst>
          </p:cNvPr>
          <p:cNvSpPr>
            <a:spLocks xmlns:a="http://schemas.openxmlformats.org/drawingml/2006/main" noGrp="1"/>
          </p:cNvSpPr>
          <p:nvPr/>
        </p:nvSpPr>
        <p:spPr>
          <a:xfrm xmlns:a="http://schemas.openxmlformats.org/drawingml/2006/main">
            <a:off x="609600" y="5162550"/>
            <a:ext cx="106680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2A3C"/>
                </a:solidFill>
                <a:latin typeface="DejaVu Sans"/>
                <a:ea typeface="DejaVu Sans"/>
                <a:cs typeface="DejaVu Sans"/>
              </a:defRPr>
            </a:defPPr>
            <a:lvl1pPr algn="l">
              <a:defRPr sz="2025" b="0">
                <a:solidFill>
                  <a:srgbClr val="142A3C"/>
                </a:solidFill>
                <a:latin typeface="DejaVu Sans"/>
                <a:ea typeface="DejaVu Sans"/>
                <a:cs typeface="DejaVu Sans"/>
              </a:defRPr>
            </a:lvl1pPr>
            <a:lvl2pPr algn="l">
              <a:defRPr sz="2025" b="0">
                <a:solidFill>
                  <a:srgbClr val="142A3C"/>
                </a:solidFill>
                <a:latin typeface="DejaVu Sans"/>
                <a:ea typeface="DejaVu Sans"/>
                <a:cs typeface="DejaVu Sans"/>
              </a:defRPr>
            </a:lvl2pPr>
            <a:lvl3pPr algn="l">
              <a:defRPr sz="2025" b="0">
                <a:solidFill>
                  <a:srgbClr val="142A3C"/>
                </a:solidFill>
                <a:latin typeface="DejaVu Sans"/>
                <a:ea typeface="DejaVu Sans"/>
                <a:cs typeface="DejaVu Sans"/>
              </a:defRPr>
            </a:lvl3pPr>
            <a:lvl4pPr algn="l">
              <a:defRPr sz="2025" b="0">
                <a:solidFill>
                  <a:srgbClr val="142A3C"/>
                </a:solidFill>
                <a:latin typeface="DejaVu Sans"/>
                <a:ea typeface="DejaVu Sans"/>
                <a:cs typeface="DejaVu Sans"/>
              </a:defRPr>
            </a:lvl4pPr>
            <a:lvl5pPr algn="l">
              <a:defRPr sz="2025" b="0">
                <a:solidFill>
                  <a:srgbClr val="142A3C"/>
                </a:solidFill>
                <a:latin typeface="DejaVu Sans"/>
                <a:ea typeface="DejaVu Sans"/>
                <a:cs typeface="DejaVu Sans"/>
              </a:defRPr>
            </a:lvl5pPr>
            <a:lvl6pPr algn="l">
              <a:defRPr sz="2025" b="0">
                <a:solidFill>
                  <a:srgbClr val="142A3C"/>
                </a:solidFill>
                <a:latin typeface="DejaVu Sans"/>
                <a:ea typeface="DejaVu Sans"/>
                <a:cs typeface="DejaVu Sans"/>
              </a:defRPr>
            </a:lvl6pPr>
            <a:lvl7pPr algn="l">
              <a:defRPr sz="2025" b="0">
                <a:solidFill>
                  <a:srgbClr val="142A3C"/>
                </a:solidFill>
                <a:latin typeface="DejaVu Sans"/>
                <a:ea typeface="DejaVu Sans"/>
                <a:cs typeface="DejaVu Sans"/>
              </a:defRPr>
            </a:lvl7pPr>
            <a:lvl8pPr algn="l">
              <a:defRPr sz="2025" b="0">
                <a:solidFill>
                  <a:srgbClr val="142A3C"/>
                </a:solidFill>
                <a:latin typeface="DejaVu Sans"/>
                <a:ea typeface="DejaVu Sans"/>
                <a:cs typeface="DejaVu Sans"/>
              </a:defRPr>
            </a:lvl8pPr>
            <a:lvl9pPr algn="l">
              <a:defRPr sz="2025" b="0">
                <a:solidFill>
                  <a:srgbClr val="142A3C"/>
                </a:solidFill>
                <a:latin typeface="DejaVu Sans"/>
                <a:ea typeface="DejaVu Sans"/>
                <a:cs typeface="DejaVu Sans"/>
              </a:defRPr>
            </a:lvl9pPr>
          </a:lstStyle>
          <a:p xmlns:a="http://schemas.openxmlformats.org/drawingml/2006/main">
            <a:pPr algn="l">
              <a:defRPr sz="2025" b="0">
                <a:solidFill>
                  <a:srgbClr val="142A3C"/>
                </a:solidFill>
                <a:latin typeface="DejaVu Sans"/>
                <a:ea typeface="DejaVu Sans"/>
                <a:cs typeface="DejaVu Sans"/>
              </a:defRPr>
            </a:pPr>
            <a:r>
              <a:rPr sz="2025" b="0">
                <a:solidFill>
                  <a:srgbClr val="142A3C"/>
                </a:solidFill>
                <a:latin typeface="DejaVu Sans"/>
                <a:ea typeface="DejaVu Sans"/>
                <a:cs typeface="DejaVu Sans"/>
              </a:rPr>
              <a:t>A suppresses debate too broadly. C relies on a label alone. D ignores the detector’s uncertainty.</a:t>
            </a:r>
          </a:p>
        </p:txBody>
      </p:sp>
    </p:spTree>
    <p:extLst>
      <p:ext uri="{BB962C8B-B14F-4D97-AF65-F5344CB8AC3E}">
        <p14:creationId xmlns:p14="http://schemas.microsoft.com/office/powerpoint/2010/main" val="2024876162"/>
      </p:ext>
    </p:extLst>
  </p:cSld>
</p:sld>
</file>

<file path=ppt/slides/slide1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9" name="text-0">
            <a:extLst xmlns:a="http://schemas.openxmlformats.org/drawingml/2006/main">
              <a:ext uri="{FF2B5EF4-FFF2-40B4-BE49-F238E27FC236}">
                <a16:creationId xmlns:a16="http://schemas.microsoft.com/office/drawing/2014/main" id="{D881599B-2780-4F2C-A1CD-82233D543ADA}"/>
              </a:ext>
            </a:extLst>
          </p:cNvPr>
          <p:cNvSpPr>
            <a:spLocks xmlns:a="http://schemas.openxmlformats.org/drawingml/2006/main" noGrp="1"/>
          </p:cNvSpPr>
          <p:nvPr/>
        </p:nvSpPr>
        <p:spPr>
          <a:xfrm xmlns:a="http://schemas.openxmlformats.org/drawingml/2006/main">
            <a:off x="609600" y="32385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3786E"/>
                </a:solidFill>
                <a:latin typeface="DejaVu Sans"/>
                <a:ea typeface="DejaVu Sans"/>
                <a:cs typeface="DejaVu Sans"/>
              </a:defRPr>
            </a:defPPr>
            <a:lvl1pPr algn="l">
              <a:defRPr sz="1200" b="1">
                <a:solidFill>
                  <a:srgbClr val="13786E"/>
                </a:solidFill>
                <a:latin typeface="DejaVu Sans"/>
                <a:ea typeface="DejaVu Sans"/>
                <a:cs typeface="DejaVu Sans"/>
              </a:defRPr>
            </a:lvl1pPr>
            <a:lvl2pPr algn="l">
              <a:defRPr sz="1200" b="1">
                <a:solidFill>
                  <a:srgbClr val="13786E"/>
                </a:solidFill>
                <a:latin typeface="DejaVu Sans"/>
                <a:ea typeface="DejaVu Sans"/>
                <a:cs typeface="DejaVu Sans"/>
              </a:defRPr>
            </a:lvl2pPr>
            <a:lvl3pPr algn="l">
              <a:defRPr sz="1200" b="1">
                <a:solidFill>
                  <a:srgbClr val="13786E"/>
                </a:solidFill>
                <a:latin typeface="DejaVu Sans"/>
                <a:ea typeface="DejaVu Sans"/>
                <a:cs typeface="DejaVu Sans"/>
              </a:defRPr>
            </a:lvl3pPr>
            <a:lvl4pPr algn="l">
              <a:defRPr sz="1200" b="1">
                <a:solidFill>
                  <a:srgbClr val="13786E"/>
                </a:solidFill>
                <a:latin typeface="DejaVu Sans"/>
                <a:ea typeface="DejaVu Sans"/>
                <a:cs typeface="DejaVu Sans"/>
              </a:defRPr>
            </a:lvl4pPr>
            <a:lvl5pPr algn="l">
              <a:defRPr sz="1200" b="1">
                <a:solidFill>
                  <a:srgbClr val="13786E"/>
                </a:solidFill>
                <a:latin typeface="DejaVu Sans"/>
                <a:ea typeface="DejaVu Sans"/>
                <a:cs typeface="DejaVu Sans"/>
              </a:defRPr>
            </a:lvl5pPr>
            <a:lvl6pPr algn="l">
              <a:defRPr sz="1200" b="1">
                <a:solidFill>
                  <a:srgbClr val="13786E"/>
                </a:solidFill>
                <a:latin typeface="DejaVu Sans"/>
                <a:ea typeface="DejaVu Sans"/>
                <a:cs typeface="DejaVu Sans"/>
              </a:defRPr>
            </a:lvl6pPr>
            <a:lvl7pPr algn="l">
              <a:defRPr sz="1200" b="1">
                <a:solidFill>
                  <a:srgbClr val="13786E"/>
                </a:solidFill>
                <a:latin typeface="DejaVu Sans"/>
                <a:ea typeface="DejaVu Sans"/>
                <a:cs typeface="DejaVu Sans"/>
              </a:defRPr>
            </a:lvl7pPr>
            <a:lvl8pPr algn="l">
              <a:defRPr sz="1200" b="1">
                <a:solidFill>
                  <a:srgbClr val="13786E"/>
                </a:solidFill>
                <a:latin typeface="DejaVu Sans"/>
                <a:ea typeface="DejaVu Sans"/>
                <a:cs typeface="DejaVu Sans"/>
              </a:defRPr>
            </a:lvl8pPr>
            <a:lvl9pPr algn="l">
              <a:defRPr sz="1200" b="1">
                <a:solidFill>
                  <a:srgbClr val="13786E"/>
                </a:solidFill>
                <a:latin typeface="DejaVu Sans"/>
                <a:ea typeface="DejaVu Sans"/>
                <a:cs typeface="DejaVu Sans"/>
              </a:defRPr>
            </a:lvl9pPr>
          </a:lstStyle>
          <a:p xmlns:a="http://schemas.openxmlformats.org/drawingml/2006/main">
            <a:pPr algn="l">
              <a:defRPr sz="1200" b="1">
                <a:solidFill>
                  <a:srgbClr val="13786E"/>
                </a:solidFill>
                <a:latin typeface="DejaVu Sans"/>
                <a:ea typeface="DejaVu Sans"/>
                <a:cs typeface="DejaVu Sans"/>
              </a:defRPr>
            </a:pPr>
            <a:r>
              <a:rPr sz="1200" b="1">
                <a:solidFill>
                  <a:srgbClr val="13786E"/>
                </a:solidFill>
                <a:latin typeface="DejaVu Sans"/>
                <a:ea typeface="DejaVu Sans"/>
                <a:cs typeface="DejaVu Sans"/>
              </a:rPr>
              <a:t>EVIDENCE / CLICKABLE LINKS IN THE PDF AND POWERPOINT</a:t>
            </a:r>
          </a:p>
        </p:txBody>
      </p:sp>
      <p:sp>
        <p:nvSpPr>
          <p:cNvPr id="2" name="slide-title">
            <a:extLst xmlns:a="http://schemas.openxmlformats.org/drawingml/2006/main">
              <a:ext uri="{FF2B5EF4-FFF2-40B4-BE49-F238E27FC236}">
                <a16:creationId xmlns:a16="http://schemas.microsoft.com/office/drawing/2014/main" id="{0DC32898-F8E3-4C8B-85EB-85170F8BA6BF}"/>
              </a:ext>
            </a:extLst>
          </p:cNvPr>
          <p:cNvSpPr>
            <a:spLocks xmlns:a="http://schemas.openxmlformats.org/drawingml/2006/main" noGrp="1"/>
          </p:cNvSpPr>
          <p:nvPr/>
        </p:nvSpPr>
        <p:spPr>
          <a:xfrm xmlns:a="http://schemas.openxmlformats.org/drawingml/2006/main">
            <a:off x="609600" y="762000"/>
            <a:ext cx="1095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A3C"/>
                </a:solidFill>
                <a:latin typeface="DejaVu Sans"/>
                <a:ea typeface="DejaVu Sans"/>
                <a:cs typeface="DejaVu Sans"/>
              </a:defRPr>
            </a:defPPr>
            <a:lvl1pPr algn="l">
              <a:defRPr sz="3225" b="1">
                <a:solidFill>
                  <a:srgbClr val="142A3C"/>
                </a:solidFill>
                <a:latin typeface="DejaVu Sans"/>
                <a:ea typeface="DejaVu Sans"/>
                <a:cs typeface="DejaVu Sans"/>
              </a:defRPr>
            </a:lvl1pPr>
            <a:lvl2pPr algn="l">
              <a:defRPr sz="3225" b="1">
                <a:solidFill>
                  <a:srgbClr val="142A3C"/>
                </a:solidFill>
                <a:latin typeface="DejaVu Sans"/>
                <a:ea typeface="DejaVu Sans"/>
                <a:cs typeface="DejaVu Sans"/>
              </a:defRPr>
            </a:lvl2pPr>
            <a:lvl3pPr algn="l">
              <a:defRPr sz="3225" b="1">
                <a:solidFill>
                  <a:srgbClr val="142A3C"/>
                </a:solidFill>
                <a:latin typeface="DejaVu Sans"/>
                <a:ea typeface="DejaVu Sans"/>
                <a:cs typeface="DejaVu Sans"/>
              </a:defRPr>
            </a:lvl3pPr>
            <a:lvl4pPr algn="l">
              <a:defRPr sz="3225" b="1">
                <a:solidFill>
                  <a:srgbClr val="142A3C"/>
                </a:solidFill>
                <a:latin typeface="DejaVu Sans"/>
                <a:ea typeface="DejaVu Sans"/>
                <a:cs typeface="DejaVu Sans"/>
              </a:defRPr>
            </a:lvl4pPr>
            <a:lvl5pPr algn="l">
              <a:defRPr sz="3225" b="1">
                <a:solidFill>
                  <a:srgbClr val="142A3C"/>
                </a:solidFill>
                <a:latin typeface="DejaVu Sans"/>
                <a:ea typeface="DejaVu Sans"/>
                <a:cs typeface="DejaVu Sans"/>
              </a:defRPr>
            </a:lvl5pPr>
            <a:lvl6pPr algn="l">
              <a:defRPr sz="3225" b="1">
                <a:solidFill>
                  <a:srgbClr val="142A3C"/>
                </a:solidFill>
                <a:latin typeface="DejaVu Sans"/>
                <a:ea typeface="DejaVu Sans"/>
                <a:cs typeface="DejaVu Sans"/>
              </a:defRPr>
            </a:lvl6pPr>
            <a:lvl7pPr algn="l">
              <a:defRPr sz="3225" b="1">
                <a:solidFill>
                  <a:srgbClr val="142A3C"/>
                </a:solidFill>
                <a:latin typeface="DejaVu Sans"/>
                <a:ea typeface="DejaVu Sans"/>
                <a:cs typeface="DejaVu Sans"/>
              </a:defRPr>
            </a:lvl7pPr>
            <a:lvl8pPr algn="l">
              <a:defRPr sz="3225" b="1">
                <a:solidFill>
                  <a:srgbClr val="142A3C"/>
                </a:solidFill>
                <a:latin typeface="DejaVu Sans"/>
                <a:ea typeface="DejaVu Sans"/>
                <a:cs typeface="DejaVu Sans"/>
              </a:defRPr>
            </a:lvl8pPr>
            <a:lvl9pPr algn="l">
              <a:defRPr sz="3225" b="1">
                <a:solidFill>
                  <a:srgbClr val="142A3C"/>
                </a:solidFill>
                <a:latin typeface="DejaVu Sans"/>
                <a:ea typeface="DejaVu Sans"/>
                <a:cs typeface="DejaVu Sans"/>
              </a:defRPr>
            </a:lvl9pPr>
          </a:lstStyle>
          <a:p xmlns:a="http://schemas.openxmlformats.org/drawingml/2006/main">
            <a:pPr algn="l">
              <a:defRPr sz="3225" b="1">
                <a:solidFill>
                  <a:srgbClr val="142A3C"/>
                </a:solidFill>
                <a:latin typeface="DejaVu Sans"/>
                <a:ea typeface="DejaVu Sans"/>
                <a:cs typeface="DejaVu Sans"/>
              </a:defRPr>
            </a:pPr>
            <a:r>
              <a:rPr sz="3225" b="1">
                <a:solidFill>
                  <a:srgbClr val="142A3C"/>
                </a:solidFill>
                <a:latin typeface="DejaVu Sans"/>
                <a:ea typeface="DejaVu Sans"/>
                <a:cs typeface="DejaVu Sans"/>
              </a:rPr>
              <a:t>References and image credits</a:t>
            </a:r>
          </a:p>
        </p:txBody>
      </p:sp>
      <p:sp>
        <p:nvSpPr>
          <p:cNvPr id="3" name="text-2">
            <a:extLst xmlns:a="http://schemas.openxmlformats.org/drawingml/2006/main">
              <a:ext uri="{FF2B5EF4-FFF2-40B4-BE49-F238E27FC236}">
                <a16:creationId xmlns:a16="http://schemas.microsoft.com/office/drawing/2014/main" id="{07E212F5-DA56-4D8C-A1EC-3964F20865F6}"/>
              </a:ext>
            </a:extLst>
          </p:cNvPr>
          <p:cNvSpPr>
            <a:spLocks xmlns:a="http://schemas.openxmlformats.org/drawingml/2006/main" noGrp="1"/>
          </p:cNvSpPr>
          <p:nvPr/>
        </p:nvSpPr>
        <p:spPr>
          <a:xfrm xmlns:a="http://schemas.openxmlformats.org/drawingml/2006/main">
            <a:off x="11144250" y="6419850"/>
            <a:ext cx="42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46570"/>
                </a:solidFill>
                <a:latin typeface="DejaVu Sans"/>
                <a:ea typeface="DejaVu Sans"/>
                <a:cs typeface="DejaVu Sans"/>
              </a:defRPr>
            </a:defPPr>
            <a:lvl1pPr algn="r">
              <a:defRPr sz="1200" b="0">
                <a:solidFill>
                  <a:srgbClr val="546570"/>
                </a:solidFill>
                <a:latin typeface="DejaVu Sans"/>
                <a:ea typeface="DejaVu Sans"/>
                <a:cs typeface="DejaVu Sans"/>
              </a:defRPr>
            </a:lvl1pPr>
            <a:lvl2pPr algn="r">
              <a:defRPr sz="1200" b="0">
                <a:solidFill>
                  <a:srgbClr val="546570"/>
                </a:solidFill>
                <a:latin typeface="DejaVu Sans"/>
                <a:ea typeface="DejaVu Sans"/>
                <a:cs typeface="DejaVu Sans"/>
              </a:defRPr>
            </a:lvl2pPr>
            <a:lvl3pPr algn="r">
              <a:defRPr sz="1200" b="0">
                <a:solidFill>
                  <a:srgbClr val="546570"/>
                </a:solidFill>
                <a:latin typeface="DejaVu Sans"/>
                <a:ea typeface="DejaVu Sans"/>
                <a:cs typeface="DejaVu Sans"/>
              </a:defRPr>
            </a:lvl3pPr>
            <a:lvl4pPr algn="r">
              <a:defRPr sz="1200" b="0">
                <a:solidFill>
                  <a:srgbClr val="546570"/>
                </a:solidFill>
                <a:latin typeface="DejaVu Sans"/>
                <a:ea typeface="DejaVu Sans"/>
                <a:cs typeface="DejaVu Sans"/>
              </a:defRPr>
            </a:lvl4pPr>
            <a:lvl5pPr algn="r">
              <a:defRPr sz="1200" b="0">
                <a:solidFill>
                  <a:srgbClr val="546570"/>
                </a:solidFill>
                <a:latin typeface="DejaVu Sans"/>
                <a:ea typeface="DejaVu Sans"/>
                <a:cs typeface="DejaVu Sans"/>
              </a:defRPr>
            </a:lvl5pPr>
            <a:lvl6pPr algn="r">
              <a:defRPr sz="1200" b="0">
                <a:solidFill>
                  <a:srgbClr val="546570"/>
                </a:solidFill>
                <a:latin typeface="DejaVu Sans"/>
                <a:ea typeface="DejaVu Sans"/>
                <a:cs typeface="DejaVu Sans"/>
              </a:defRPr>
            </a:lvl6pPr>
            <a:lvl7pPr algn="r">
              <a:defRPr sz="1200" b="0">
                <a:solidFill>
                  <a:srgbClr val="546570"/>
                </a:solidFill>
                <a:latin typeface="DejaVu Sans"/>
                <a:ea typeface="DejaVu Sans"/>
                <a:cs typeface="DejaVu Sans"/>
              </a:defRPr>
            </a:lvl7pPr>
            <a:lvl8pPr algn="r">
              <a:defRPr sz="1200" b="0">
                <a:solidFill>
                  <a:srgbClr val="546570"/>
                </a:solidFill>
                <a:latin typeface="DejaVu Sans"/>
                <a:ea typeface="DejaVu Sans"/>
                <a:cs typeface="DejaVu Sans"/>
              </a:defRPr>
            </a:lvl8pPr>
            <a:lvl9pPr algn="r">
              <a:defRPr sz="1200" b="0">
                <a:solidFill>
                  <a:srgbClr val="546570"/>
                </a:solidFill>
                <a:latin typeface="DejaVu Sans"/>
                <a:ea typeface="DejaVu Sans"/>
                <a:cs typeface="DejaVu Sans"/>
              </a:defRPr>
            </a:lvl9pPr>
          </a:lstStyle>
          <a:p xmlns:a="http://schemas.openxmlformats.org/drawingml/2006/main">
            <a:pPr algn="r">
              <a:defRPr sz="1200" b="0">
                <a:solidFill>
                  <a:srgbClr val="546570"/>
                </a:solidFill>
                <a:latin typeface="DejaVu Sans"/>
                <a:ea typeface="DejaVu Sans"/>
                <a:cs typeface="DejaVu Sans"/>
              </a:defRPr>
            </a:pPr>
            <a:r>
              <a:rPr sz="1200" b="0">
                <a:solidFill>
                  <a:srgbClr val="546570"/>
                </a:solidFill>
                <a:latin typeface="DejaVu Sans"/>
                <a:ea typeface="DejaVu Sans"/>
                <a:cs typeface="DejaVu Sans"/>
              </a:rPr>
              <a:t>15</a:t>
            </a:r>
          </a:p>
        </p:txBody>
      </p:sp>
      <p:sp>
        <p:nvSpPr>
          <p:cNvPr id="4" name="text-3">
            <a:extLst xmlns:a="http://schemas.openxmlformats.org/drawingml/2006/main">
              <a:ext uri="{FF2B5EF4-FFF2-40B4-BE49-F238E27FC236}">
                <a16:creationId xmlns:a16="http://schemas.microsoft.com/office/drawing/2014/main" id="{16CBC568-F008-4F70-A4E9-8EBD2810F1EB}"/>
              </a:ext>
            </a:extLst>
          </p:cNvPr>
          <p:cNvSpPr>
            <a:spLocks xmlns:a="http://schemas.openxmlformats.org/drawingml/2006/main" noGrp="1"/>
          </p:cNvSpPr>
          <p:nvPr/>
        </p:nvSpPr>
        <p:spPr>
          <a:xfrm xmlns:a="http://schemas.openxmlformats.org/drawingml/2006/main">
            <a:off x="609600" y="172402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rPr>
              <a:t>[1] Laudon &amp; Laudon. Figure 4.1</a:t>
            </a:r>
          </a:p>
        </p:txBody>
      </p:sp>
      <p:sp>
        <p:nvSpPr>
          <p:cNvPr id="5" name="text-4">
            <a:extLst xmlns:a="http://schemas.openxmlformats.org/drawingml/2006/main">
              <a:ext uri="{FF2B5EF4-FFF2-40B4-BE49-F238E27FC236}">
                <a16:creationId xmlns:a16="http://schemas.microsoft.com/office/drawing/2014/main" id="{32391597-19F0-4B2E-A55C-E37E90348BD8}"/>
              </a:ext>
            </a:extLst>
          </p:cNvPr>
          <p:cNvSpPr>
            <a:spLocks xmlns:a="http://schemas.openxmlformats.org/drawingml/2006/main" noGrp="1"/>
          </p:cNvSpPr>
          <p:nvPr/>
        </p:nvSpPr>
        <p:spPr>
          <a:xfrm xmlns:a="http://schemas.openxmlformats.org/drawingml/2006/main">
            <a:off x="609600" y="198120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Course slides: Chapter 4, p. 8. Edition not specified.</a:t>
            </a:r>
          </a:p>
        </p:txBody>
      </p:sp>
      <p:sp>
        <p:nvSpPr>
          <p:cNvPr id="6" name="text-5">
            <a:extLst xmlns:a="http://schemas.openxmlformats.org/drawingml/2006/main">
              <a:ext uri="{FF2B5EF4-FFF2-40B4-BE49-F238E27FC236}">
                <a16:creationId xmlns:a16="http://schemas.microsoft.com/office/drawing/2014/main" id="{3D0D2EAD-F734-467B-A90C-85ACB71ECFE4}"/>
              </a:ext>
            </a:extLst>
          </p:cNvPr>
          <p:cNvSpPr>
            <a:spLocks xmlns:a="http://schemas.openxmlformats.org/drawingml/2006/main" noGrp="1"/>
          </p:cNvSpPr>
          <p:nvPr/>
        </p:nvSpPr>
        <p:spPr>
          <a:xfrm xmlns:a="http://schemas.openxmlformats.org/drawingml/2006/main">
            <a:off x="609600" y="235267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hlinkClick xmlns:r="http://schemas.openxmlformats.org/officeDocument/2006/relationships" r:id="Rccd89eb805b2421e"/>
              </a:rPr>
              <a:t>[2] Council of Europe (2018). Information disorder</a:t>
            </a:r>
          </a:p>
        </p:txBody>
      </p:sp>
      <p:sp>
        <p:nvSpPr>
          <p:cNvPr id="7" name="text-6">
            <a:extLst xmlns:a="http://schemas.openxmlformats.org/drawingml/2006/main">
              <a:ext uri="{FF2B5EF4-FFF2-40B4-BE49-F238E27FC236}">
                <a16:creationId xmlns:a16="http://schemas.microsoft.com/office/drawing/2014/main" id="{96D6C7BB-263B-47A8-BFC1-B8CB040B45B9}"/>
              </a:ext>
            </a:extLst>
          </p:cNvPr>
          <p:cNvSpPr>
            <a:spLocks xmlns:a="http://schemas.openxmlformats.org/drawingml/2006/main" noGrp="1"/>
          </p:cNvSpPr>
          <p:nvPr/>
        </p:nvSpPr>
        <p:spPr>
          <a:xfrm xmlns:a="http://schemas.openxmlformats.org/drawingml/2006/main">
            <a:off x="609600" y="260985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IRIS 2018-1:1/6, on Wardle &amp; Derakhshan (2017).</a:t>
            </a:r>
          </a:p>
        </p:txBody>
      </p:sp>
      <p:sp>
        <p:nvSpPr>
          <p:cNvPr id="8" name="text-7">
            <a:extLst xmlns:a="http://schemas.openxmlformats.org/drawingml/2006/main">
              <a:ext uri="{FF2B5EF4-FFF2-40B4-BE49-F238E27FC236}">
                <a16:creationId xmlns:a16="http://schemas.microsoft.com/office/drawing/2014/main" id="{2A068844-872D-4B56-85FF-E48FDA65B1C5}"/>
              </a:ext>
            </a:extLst>
          </p:cNvPr>
          <p:cNvSpPr>
            <a:spLocks xmlns:a="http://schemas.openxmlformats.org/drawingml/2006/main" noGrp="1"/>
          </p:cNvSpPr>
          <p:nvPr/>
        </p:nvSpPr>
        <p:spPr>
          <a:xfrm xmlns:a="http://schemas.openxmlformats.org/drawingml/2006/main">
            <a:off x="609600" y="298132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hlinkClick xmlns:r="http://schemas.openxmlformats.org/officeDocument/2006/relationships" r:id="R745cbdcf5b574ae5"/>
              </a:rPr>
              <a:t>[3] FCC (26 September 2024). Biden robocalls</a:t>
            </a:r>
          </a:p>
        </p:txBody>
      </p:sp>
      <p:sp>
        <p:nvSpPr>
          <p:cNvPr id="9" name="text-8">
            <a:extLst xmlns:a="http://schemas.openxmlformats.org/drawingml/2006/main">
              <a:ext uri="{FF2B5EF4-FFF2-40B4-BE49-F238E27FC236}">
                <a16:creationId xmlns:a16="http://schemas.microsoft.com/office/drawing/2014/main" id="{40BF35F3-64DD-433D-9DD0-1622A3B23401}"/>
              </a:ext>
            </a:extLst>
          </p:cNvPr>
          <p:cNvSpPr>
            <a:spLocks xmlns:a="http://schemas.openxmlformats.org/drawingml/2006/main" noGrp="1"/>
          </p:cNvSpPr>
          <p:nvPr/>
        </p:nvSpPr>
        <p:spPr>
          <a:xfrm xmlns:a="http://schemas.openxmlformats.org/drawingml/2006/main">
            <a:off x="609600" y="323850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DOC-405811A1. Administrative penalty and incident.</a:t>
            </a:r>
          </a:p>
        </p:txBody>
      </p:sp>
      <p:sp>
        <p:nvSpPr>
          <p:cNvPr id="10" name="text-9">
            <a:extLst xmlns:a="http://schemas.openxmlformats.org/drawingml/2006/main">
              <a:ext uri="{FF2B5EF4-FFF2-40B4-BE49-F238E27FC236}">
                <a16:creationId xmlns:a16="http://schemas.microsoft.com/office/drawing/2014/main" id="{4AA5D88D-BDED-4A60-8C05-505E7CA854CA}"/>
              </a:ext>
            </a:extLst>
          </p:cNvPr>
          <p:cNvSpPr>
            <a:spLocks xmlns:a="http://schemas.openxmlformats.org/drawingml/2006/main" noGrp="1"/>
          </p:cNvSpPr>
          <p:nvPr/>
        </p:nvSpPr>
        <p:spPr>
          <a:xfrm xmlns:a="http://schemas.openxmlformats.org/drawingml/2006/main">
            <a:off x="609600" y="360997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hlinkClick xmlns:r="http://schemas.openxmlformats.org/officeDocument/2006/relationships" r:id="R93d5ecd0e0d045d3"/>
              </a:rPr>
              <a:t>[4] Bookman / NHPR (13 June 2025)</a:t>
            </a:r>
          </a:p>
        </p:txBody>
      </p:sp>
      <p:sp>
        <p:nvSpPr>
          <p:cNvPr id="11" name="text-10">
            <a:extLst xmlns:a="http://schemas.openxmlformats.org/drawingml/2006/main">
              <a:ext uri="{FF2B5EF4-FFF2-40B4-BE49-F238E27FC236}">
                <a16:creationId xmlns:a16="http://schemas.microsoft.com/office/drawing/2014/main" id="{90239597-869E-48AF-92DD-C64082359CB9}"/>
              </a:ext>
            </a:extLst>
          </p:cNvPr>
          <p:cNvSpPr>
            <a:spLocks xmlns:a="http://schemas.openxmlformats.org/drawingml/2006/main" noGrp="1"/>
          </p:cNvSpPr>
          <p:nvPr/>
        </p:nvSpPr>
        <p:spPr>
          <a:xfrm xmlns:a="http://schemas.openxmlformats.org/drawingml/2006/main">
            <a:off x="609600" y="386715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Kramer’s acquittal in the separate state criminal case.</a:t>
            </a:r>
          </a:p>
        </p:txBody>
      </p:sp>
      <p:sp>
        <p:nvSpPr>
          <p:cNvPr id="12" name="text-11">
            <a:extLst xmlns:a="http://schemas.openxmlformats.org/drawingml/2006/main">
              <a:ext uri="{FF2B5EF4-FFF2-40B4-BE49-F238E27FC236}">
                <a16:creationId xmlns:a16="http://schemas.microsoft.com/office/drawing/2014/main" id="{EF6A30BF-6E72-4E0E-A82A-5158F5F64660}"/>
              </a:ext>
            </a:extLst>
          </p:cNvPr>
          <p:cNvSpPr>
            <a:spLocks xmlns:a="http://schemas.openxmlformats.org/drawingml/2006/main" noGrp="1"/>
          </p:cNvSpPr>
          <p:nvPr/>
        </p:nvSpPr>
        <p:spPr>
          <a:xfrm xmlns:a="http://schemas.openxmlformats.org/drawingml/2006/main">
            <a:off x="609600" y="423862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hlinkClick xmlns:r="http://schemas.openxmlformats.org/officeDocument/2006/relationships" r:id="R503abbe9422543b9"/>
              </a:rPr>
              <a:t>[5] Barca / AFP (28 September 2023)</a:t>
            </a:r>
          </a:p>
        </p:txBody>
      </p:sp>
      <p:sp>
        <p:nvSpPr>
          <p:cNvPr id="13" name="text-12">
            <a:extLst xmlns:a="http://schemas.openxmlformats.org/drawingml/2006/main">
              <a:ext uri="{FF2B5EF4-FFF2-40B4-BE49-F238E27FC236}">
                <a16:creationId xmlns:a16="http://schemas.microsoft.com/office/drawing/2014/main" id="{017663C6-6082-416E-B868-0E11C6AC1DCA}"/>
              </a:ext>
            </a:extLst>
          </p:cNvPr>
          <p:cNvSpPr>
            <a:spLocks xmlns:a="http://schemas.openxmlformats.org/drawingml/2006/main" noGrp="1"/>
          </p:cNvSpPr>
          <p:nvPr/>
        </p:nvSpPr>
        <p:spPr>
          <a:xfrm xmlns:a="http://schemas.openxmlformats.org/drawingml/2006/main">
            <a:off x="609600" y="449580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Fact-check of the fabricated Slovak audio recording.</a:t>
            </a:r>
          </a:p>
        </p:txBody>
      </p:sp>
      <p:sp>
        <p:nvSpPr>
          <p:cNvPr id="14" name="text-13">
            <a:extLst xmlns:a="http://schemas.openxmlformats.org/drawingml/2006/main">
              <a:ext uri="{FF2B5EF4-FFF2-40B4-BE49-F238E27FC236}">
                <a16:creationId xmlns:a16="http://schemas.microsoft.com/office/drawing/2014/main" id="{C50A1B8D-4771-4FBC-AD15-D9C93068BC0D}"/>
              </a:ext>
            </a:extLst>
          </p:cNvPr>
          <p:cNvSpPr>
            <a:spLocks xmlns:a="http://schemas.openxmlformats.org/drawingml/2006/main" noGrp="1"/>
          </p:cNvSpPr>
          <p:nvPr/>
        </p:nvSpPr>
        <p:spPr>
          <a:xfrm xmlns:a="http://schemas.openxmlformats.org/drawingml/2006/main">
            <a:off x="609600" y="486727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hlinkClick xmlns:r="http://schemas.openxmlformats.org/officeDocument/2006/relationships" r:id="R61915da4db1e4157"/>
              </a:rPr>
              <a:t>[6] U.S. DOJ (9 July 2024). AI bot farm</a:t>
            </a:r>
          </a:p>
        </p:txBody>
      </p:sp>
      <p:sp>
        <p:nvSpPr>
          <p:cNvPr id="15" name="text-14">
            <a:extLst xmlns:a="http://schemas.openxmlformats.org/drawingml/2006/main">
              <a:ext uri="{FF2B5EF4-FFF2-40B4-BE49-F238E27FC236}">
                <a16:creationId xmlns:a16="http://schemas.microsoft.com/office/drawing/2014/main" id="{0CBA288A-6876-4162-9750-22EFA3FE67B3}"/>
              </a:ext>
            </a:extLst>
          </p:cNvPr>
          <p:cNvSpPr>
            <a:spLocks xmlns:a="http://schemas.openxmlformats.org/drawingml/2006/main" noGrp="1"/>
          </p:cNvSpPr>
          <p:nvPr/>
        </p:nvSpPr>
        <p:spPr>
          <a:xfrm xmlns:a="http://schemas.openxmlformats.org/drawingml/2006/main">
            <a:off x="609600" y="512445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Authorities’ evidence and attribution.</a:t>
            </a:r>
          </a:p>
        </p:txBody>
      </p:sp>
      <p:sp>
        <p:nvSpPr>
          <p:cNvPr id="16" name="text-15">
            <a:extLst xmlns:a="http://schemas.openxmlformats.org/drawingml/2006/main">
              <a:ext uri="{FF2B5EF4-FFF2-40B4-BE49-F238E27FC236}">
                <a16:creationId xmlns:a16="http://schemas.microsoft.com/office/drawing/2014/main" id="{015B7E09-B3EA-448A-A63C-BACE5EB05DAF}"/>
              </a:ext>
            </a:extLst>
          </p:cNvPr>
          <p:cNvSpPr>
            <a:spLocks xmlns:a="http://schemas.openxmlformats.org/drawingml/2006/main" noGrp="1"/>
          </p:cNvSpPr>
          <p:nvPr/>
        </p:nvSpPr>
        <p:spPr>
          <a:xfrm xmlns:a="http://schemas.openxmlformats.org/drawingml/2006/main">
            <a:off x="6219825" y="172402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hlinkClick xmlns:r="http://schemas.openxmlformats.org/officeDocument/2006/relationships" r:id="R96d126714ede423e"/>
              </a:rPr>
              <a:t>[7] FBI et al. (9 July 2024). Meliorator</a:t>
            </a:r>
          </a:p>
        </p:txBody>
      </p:sp>
      <p:sp>
        <p:nvSpPr>
          <p:cNvPr id="17" name="text-16">
            <a:extLst xmlns:a="http://schemas.openxmlformats.org/drawingml/2006/main">
              <a:ext uri="{FF2B5EF4-FFF2-40B4-BE49-F238E27FC236}">
                <a16:creationId xmlns:a16="http://schemas.microsoft.com/office/drawing/2014/main" id="{7D0B87E6-BAF7-4916-A8BA-723E2DEFE024}"/>
              </a:ext>
            </a:extLst>
          </p:cNvPr>
          <p:cNvSpPr>
            <a:spLocks xmlns:a="http://schemas.openxmlformats.org/drawingml/2006/main" noGrp="1"/>
          </p:cNvSpPr>
          <p:nvPr/>
        </p:nvSpPr>
        <p:spPr>
          <a:xfrm xmlns:a="http://schemas.openxmlformats.org/drawingml/2006/main">
            <a:off x="6219825" y="198120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Joint Cybersecurity Advisory AA24-191A.</a:t>
            </a:r>
          </a:p>
        </p:txBody>
      </p:sp>
      <p:sp>
        <p:nvSpPr>
          <p:cNvPr id="18" name="text-17">
            <a:extLst xmlns:a="http://schemas.openxmlformats.org/drawingml/2006/main">
              <a:ext uri="{FF2B5EF4-FFF2-40B4-BE49-F238E27FC236}">
                <a16:creationId xmlns:a16="http://schemas.microsoft.com/office/drawing/2014/main" id="{8899066F-F5A9-435A-97AE-E81E246181B5}"/>
              </a:ext>
            </a:extLst>
          </p:cNvPr>
          <p:cNvSpPr>
            <a:spLocks xmlns:a="http://schemas.openxmlformats.org/drawingml/2006/main" noGrp="1"/>
          </p:cNvSpPr>
          <p:nvPr/>
        </p:nvSpPr>
        <p:spPr>
          <a:xfrm xmlns:a="http://schemas.openxmlformats.org/drawingml/2006/main">
            <a:off x="6219825" y="235267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hlinkClick xmlns:r="http://schemas.openxmlformats.org/officeDocument/2006/relationships" r:id="Ra8a606ac2f044ec3"/>
              </a:rPr>
              <a:t>[8] Guess et al. (2023). Feed algorithms</a:t>
            </a:r>
          </a:p>
        </p:txBody>
      </p:sp>
      <p:sp>
        <p:nvSpPr>
          <p:cNvPr id="19" name="text-18">
            <a:extLst xmlns:a="http://schemas.openxmlformats.org/drawingml/2006/main">
              <a:ext uri="{FF2B5EF4-FFF2-40B4-BE49-F238E27FC236}">
                <a16:creationId xmlns:a16="http://schemas.microsoft.com/office/drawing/2014/main" id="{FF9E2B3E-FB16-4C2E-9FF0-1871B8BF9E2E}"/>
              </a:ext>
            </a:extLst>
          </p:cNvPr>
          <p:cNvSpPr>
            <a:spLocks xmlns:a="http://schemas.openxmlformats.org/drawingml/2006/main" noGrp="1"/>
          </p:cNvSpPr>
          <p:nvPr/>
        </p:nvSpPr>
        <p:spPr>
          <a:xfrm xmlns:a="http://schemas.openxmlformats.org/drawingml/2006/main">
            <a:off x="6219825" y="260985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Science 381, 398-404. doi:10.1126/science.abp9364</a:t>
            </a:r>
          </a:p>
        </p:txBody>
      </p:sp>
      <p:sp>
        <p:nvSpPr>
          <p:cNvPr id="20" name="text-19">
            <a:extLst xmlns:a="http://schemas.openxmlformats.org/drawingml/2006/main">
              <a:ext uri="{FF2B5EF4-FFF2-40B4-BE49-F238E27FC236}">
                <a16:creationId xmlns:a16="http://schemas.microsoft.com/office/drawing/2014/main" id="{A2EFD05E-3851-4A9F-9FC2-B15121C87CB2}"/>
              </a:ext>
            </a:extLst>
          </p:cNvPr>
          <p:cNvSpPr>
            <a:spLocks xmlns:a="http://schemas.openxmlformats.org/drawingml/2006/main" noGrp="1"/>
          </p:cNvSpPr>
          <p:nvPr/>
        </p:nvSpPr>
        <p:spPr>
          <a:xfrm xmlns:a="http://schemas.openxmlformats.org/drawingml/2006/main">
            <a:off x="6219825" y="298132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hlinkClick xmlns:r="http://schemas.openxmlformats.org/officeDocument/2006/relationships" r:id="R092f143921a441a9"/>
              </a:rPr>
              <a:t>[9] Gauthier et al. (2026). X’s feed algorithm</a:t>
            </a:r>
          </a:p>
        </p:txBody>
      </p:sp>
      <p:sp>
        <p:nvSpPr>
          <p:cNvPr id="21" name="text-20">
            <a:extLst xmlns:a="http://schemas.openxmlformats.org/drawingml/2006/main">
              <a:ext uri="{FF2B5EF4-FFF2-40B4-BE49-F238E27FC236}">
                <a16:creationId xmlns:a16="http://schemas.microsoft.com/office/drawing/2014/main" id="{2289F3C0-5DB3-4F81-8E2C-CE3CC8AFAED2}"/>
              </a:ext>
            </a:extLst>
          </p:cNvPr>
          <p:cNvSpPr>
            <a:spLocks xmlns:a="http://schemas.openxmlformats.org/drawingml/2006/main" noGrp="1"/>
          </p:cNvSpPr>
          <p:nvPr/>
        </p:nvSpPr>
        <p:spPr>
          <a:xfrm xmlns:a="http://schemas.openxmlformats.org/drawingml/2006/main">
            <a:off x="6219825" y="323850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Nature 652, 416-423. doi:10.1038/s41586-026-10098-2</a:t>
            </a:r>
          </a:p>
        </p:txBody>
      </p:sp>
      <p:sp>
        <p:nvSpPr>
          <p:cNvPr id="22" name="text-21">
            <a:extLst xmlns:a="http://schemas.openxmlformats.org/drawingml/2006/main">
              <a:ext uri="{FF2B5EF4-FFF2-40B4-BE49-F238E27FC236}">
                <a16:creationId xmlns:a16="http://schemas.microsoft.com/office/drawing/2014/main" id="{D6C86E92-4111-47EE-88A9-D1FFB49EDD7D}"/>
              </a:ext>
            </a:extLst>
          </p:cNvPr>
          <p:cNvSpPr>
            <a:spLocks xmlns:a="http://schemas.openxmlformats.org/drawingml/2006/main" noGrp="1"/>
          </p:cNvSpPr>
          <p:nvPr/>
        </p:nvSpPr>
        <p:spPr>
          <a:xfrm xmlns:a="http://schemas.openxmlformats.org/drawingml/2006/main">
            <a:off x="6219825" y="360997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hlinkClick xmlns:r="http://schemas.openxmlformats.org/officeDocument/2006/relationships" r:id="R0cd829064ac54b01"/>
              </a:rPr>
              <a:t>[10] European Commission. AI Act, Article 50</a:t>
            </a:r>
          </a:p>
        </p:txBody>
      </p:sp>
      <p:sp>
        <p:nvSpPr>
          <p:cNvPr id="23" name="text-22">
            <a:extLst xmlns:a="http://schemas.openxmlformats.org/drawingml/2006/main">
              <a:ext uri="{FF2B5EF4-FFF2-40B4-BE49-F238E27FC236}">
                <a16:creationId xmlns:a16="http://schemas.microsoft.com/office/drawing/2014/main" id="{71D461C2-8EC6-4309-ABB0-5DFE3E5588CD}"/>
              </a:ext>
            </a:extLst>
          </p:cNvPr>
          <p:cNvSpPr>
            <a:spLocks xmlns:a="http://schemas.openxmlformats.org/drawingml/2006/main" noGrp="1"/>
          </p:cNvSpPr>
          <p:nvPr/>
        </p:nvSpPr>
        <p:spPr>
          <a:xfrm xmlns:a="http://schemas.openxmlformats.org/drawingml/2006/main">
            <a:off x="6219825" y="386715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Transparency FAQ and Quick Facts on deadlines.</a:t>
            </a:r>
          </a:p>
        </p:txBody>
      </p:sp>
      <p:sp>
        <p:nvSpPr>
          <p:cNvPr id="24" name="text-23">
            <a:extLst xmlns:a="http://schemas.openxmlformats.org/drawingml/2006/main">
              <a:ext uri="{FF2B5EF4-FFF2-40B4-BE49-F238E27FC236}">
                <a16:creationId xmlns:a16="http://schemas.microsoft.com/office/drawing/2014/main" id="{A194E285-B59D-4E2F-9CAA-2001D4E4AE01}"/>
              </a:ext>
            </a:extLst>
          </p:cNvPr>
          <p:cNvSpPr>
            <a:spLocks xmlns:a="http://schemas.openxmlformats.org/drawingml/2006/main" noGrp="1"/>
          </p:cNvSpPr>
          <p:nvPr/>
        </p:nvSpPr>
        <p:spPr>
          <a:xfrm xmlns:a="http://schemas.openxmlformats.org/drawingml/2006/main">
            <a:off x="6219825" y="4238625"/>
            <a:ext cx="528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3786E"/>
                </a:solidFill>
                <a:latin typeface="DejaVu Sans"/>
                <a:ea typeface="DejaVu Sans"/>
                <a:cs typeface="DejaVu Sans"/>
              </a:defRPr>
            </a:defPPr>
            <a:lvl1pPr algn="l">
              <a:defRPr sz="1275" b="1">
                <a:solidFill>
                  <a:srgbClr val="13786E"/>
                </a:solidFill>
                <a:latin typeface="DejaVu Sans"/>
                <a:ea typeface="DejaVu Sans"/>
                <a:cs typeface="DejaVu Sans"/>
              </a:defRPr>
            </a:lvl1pPr>
            <a:lvl2pPr algn="l">
              <a:defRPr sz="1275" b="1">
                <a:solidFill>
                  <a:srgbClr val="13786E"/>
                </a:solidFill>
                <a:latin typeface="DejaVu Sans"/>
                <a:ea typeface="DejaVu Sans"/>
                <a:cs typeface="DejaVu Sans"/>
              </a:defRPr>
            </a:lvl2pPr>
            <a:lvl3pPr algn="l">
              <a:defRPr sz="1275" b="1">
                <a:solidFill>
                  <a:srgbClr val="13786E"/>
                </a:solidFill>
                <a:latin typeface="DejaVu Sans"/>
                <a:ea typeface="DejaVu Sans"/>
                <a:cs typeface="DejaVu Sans"/>
              </a:defRPr>
            </a:lvl3pPr>
            <a:lvl4pPr algn="l">
              <a:defRPr sz="1275" b="1">
                <a:solidFill>
                  <a:srgbClr val="13786E"/>
                </a:solidFill>
                <a:latin typeface="DejaVu Sans"/>
                <a:ea typeface="DejaVu Sans"/>
                <a:cs typeface="DejaVu Sans"/>
              </a:defRPr>
            </a:lvl4pPr>
            <a:lvl5pPr algn="l">
              <a:defRPr sz="1275" b="1">
                <a:solidFill>
                  <a:srgbClr val="13786E"/>
                </a:solidFill>
                <a:latin typeface="DejaVu Sans"/>
                <a:ea typeface="DejaVu Sans"/>
                <a:cs typeface="DejaVu Sans"/>
              </a:defRPr>
            </a:lvl5pPr>
            <a:lvl6pPr algn="l">
              <a:defRPr sz="1275" b="1">
                <a:solidFill>
                  <a:srgbClr val="13786E"/>
                </a:solidFill>
                <a:latin typeface="DejaVu Sans"/>
                <a:ea typeface="DejaVu Sans"/>
                <a:cs typeface="DejaVu Sans"/>
              </a:defRPr>
            </a:lvl6pPr>
            <a:lvl7pPr algn="l">
              <a:defRPr sz="1275" b="1">
                <a:solidFill>
                  <a:srgbClr val="13786E"/>
                </a:solidFill>
                <a:latin typeface="DejaVu Sans"/>
                <a:ea typeface="DejaVu Sans"/>
                <a:cs typeface="DejaVu Sans"/>
              </a:defRPr>
            </a:lvl7pPr>
            <a:lvl8pPr algn="l">
              <a:defRPr sz="1275" b="1">
                <a:solidFill>
                  <a:srgbClr val="13786E"/>
                </a:solidFill>
                <a:latin typeface="DejaVu Sans"/>
                <a:ea typeface="DejaVu Sans"/>
                <a:cs typeface="DejaVu Sans"/>
              </a:defRPr>
            </a:lvl8pPr>
            <a:lvl9pPr algn="l">
              <a:defRPr sz="1275" b="1">
                <a:solidFill>
                  <a:srgbClr val="13786E"/>
                </a:solidFill>
                <a:latin typeface="DejaVu Sans"/>
                <a:ea typeface="DejaVu Sans"/>
                <a:cs typeface="DejaVu Sans"/>
              </a:defRPr>
            </a:lvl9pPr>
          </a:lstStyle>
          <a:p xmlns:a="http://schemas.openxmlformats.org/drawingml/2006/main">
            <a:pPr algn="l">
              <a:defRPr sz="1275" b="1">
                <a:solidFill>
                  <a:srgbClr val="13786E"/>
                </a:solidFill>
                <a:latin typeface="DejaVu Sans"/>
                <a:ea typeface="DejaVu Sans"/>
                <a:cs typeface="DejaVu Sans"/>
              </a:defRPr>
            </a:pPr>
            <a:r>
              <a:rPr sz="1275" b="1">
                <a:solidFill>
                  <a:srgbClr val="13786E"/>
                </a:solidFill>
                <a:latin typeface="DejaVu Sans"/>
                <a:ea typeface="DejaVu Sans"/>
                <a:cs typeface="DejaVu Sans"/>
                <a:hlinkClick xmlns:r="http://schemas.openxmlformats.org/officeDocument/2006/relationships" r:id="R560e51d516f74171"/>
              </a:rPr>
              <a:t>[11] European Commission (2024). DSA</a:t>
            </a:r>
          </a:p>
        </p:txBody>
      </p:sp>
      <p:sp>
        <p:nvSpPr>
          <p:cNvPr id="25" name="text-24">
            <a:extLst xmlns:a="http://schemas.openxmlformats.org/drawingml/2006/main">
              <a:ext uri="{FF2B5EF4-FFF2-40B4-BE49-F238E27FC236}">
                <a16:creationId xmlns:a16="http://schemas.microsoft.com/office/drawing/2014/main" id="{BA12A617-5502-43B6-9ECC-517B4FDA5DB1}"/>
              </a:ext>
            </a:extLst>
          </p:cNvPr>
          <p:cNvSpPr>
            <a:spLocks xmlns:a="http://schemas.openxmlformats.org/drawingml/2006/main" noGrp="1"/>
          </p:cNvSpPr>
          <p:nvPr/>
        </p:nvSpPr>
        <p:spPr>
          <a:xfrm xmlns:a="http://schemas.openxmlformats.org/drawingml/2006/main">
            <a:off x="6219825" y="4495800"/>
            <a:ext cx="528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46570"/>
                </a:solidFill>
                <a:latin typeface="DejaVu Sans"/>
                <a:ea typeface="DejaVu Sans"/>
                <a:cs typeface="DejaVu Sans"/>
              </a:defRPr>
            </a:defPPr>
            <a:lvl1pPr algn="l">
              <a:defRPr sz="1125" b="0">
                <a:solidFill>
                  <a:srgbClr val="546570"/>
                </a:solidFill>
                <a:latin typeface="DejaVu Sans"/>
                <a:ea typeface="DejaVu Sans"/>
                <a:cs typeface="DejaVu Sans"/>
              </a:defRPr>
            </a:lvl1pPr>
            <a:lvl2pPr algn="l">
              <a:defRPr sz="1125" b="0">
                <a:solidFill>
                  <a:srgbClr val="546570"/>
                </a:solidFill>
                <a:latin typeface="DejaVu Sans"/>
                <a:ea typeface="DejaVu Sans"/>
                <a:cs typeface="DejaVu Sans"/>
              </a:defRPr>
            </a:lvl2pPr>
            <a:lvl3pPr algn="l">
              <a:defRPr sz="1125" b="0">
                <a:solidFill>
                  <a:srgbClr val="546570"/>
                </a:solidFill>
                <a:latin typeface="DejaVu Sans"/>
                <a:ea typeface="DejaVu Sans"/>
                <a:cs typeface="DejaVu Sans"/>
              </a:defRPr>
            </a:lvl3pPr>
            <a:lvl4pPr algn="l">
              <a:defRPr sz="1125" b="0">
                <a:solidFill>
                  <a:srgbClr val="546570"/>
                </a:solidFill>
                <a:latin typeface="DejaVu Sans"/>
                <a:ea typeface="DejaVu Sans"/>
                <a:cs typeface="DejaVu Sans"/>
              </a:defRPr>
            </a:lvl4pPr>
            <a:lvl5pPr algn="l">
              <a:defRPr sz="1125" b="0">
                <a:solidFill>
                  <a:srgbClr val="546570"/>
                </a:solidFill>
                <a:latin typeface="DejaVu Sans"/>
                <a:ea typeface="DejaVu Sans"/>
                <a:cs typeface="DejaVu Sans"/>
              </a:defRPr>
            </a:lvl5pPr>
            <a:lvl6pPr algn="l">
              <a:defRPr sz="1125" b="0">
                <a:solidFill>
                  <a:srgbClr val="546570"/>
                </a:solidFill>
                <a:latin typeface="DejaVu Sans"/>
                <a:ea typeface="DejaVu Sans"/>
                <a:cs typeface="DejaVu Sans"/>
              </a:defRPr>
            </a:lvl6pPr>
            <a:lvl7pPr algn="l">
              <a:defRPr sz="1125" b="0">
                <a:solidFill>
                  <a:srgbClr val="546570"/>
                </a:solidFill>
                <a:latin typeface="DejaVu Sans"/>
                <a:ea typeface="DejaVu Sans"/>
                <a:cs typeface="DejaVu Sans"/>
              </a:defRPr>
            </a:lvl7pPr>
            <a:lvl8pPr algn="l">
              <a:defRPr sz="1125" b="0">
                <a:solidFill>
                  <a:srgbClr val="546570"/>
                </a:solidFill>
                <a:latin typeface="DejaVu Sans"/>
                <a:ea typeface="DejaVu Sans"/>
                <a:cs typeface="DejaVu Sans"/>
              </a:defRPr>
            </a:lvl8pPr>
            <a:lvl9pPr algn="l">
              <a:defRPr sz="1125" b="0">
                <a:solidFill>
                  <a:srgbClr val="546570"/>
                </a:solidFill>
                <a:latin typeface="DejaVu Sans"/>
                <a:ea typeface="DejaVu Sans"/>
                <a:cs typeface="DejaVu Sans"/>
              </a:defRPr>
            </a:lvl9pPr>
          </a:lstStyle>
          <a:p xmlns:a="http://schemas.openxmlformats.org/drawingml/2006/main">
            <a:pPr algn="l">
              <a:defRPr sz="1125" b="0">
                <a:solidFill>
                  <a:srgbClr val="546570"/>
                </a:solidFill>
                <a:latin typeface="DejaVu Sans"/>
                <a:ea typeface="DejaVu Sans"/>
                <a:cs typeface="DejaVu Sans"/>
              </a:defRPr>
            </a:pPr>
            <a:r>
              <a:rPr sz="1125" b="0">
                <a:solidFill>
                  <a:srgbClr val="546570"/>
                </a:solidFill>
                <a:latin typeface="DejaVu Sans"/>
                <a:ea typeface="DejaVu Sans"/>
                <a:cs typeface="DejaVu Sans"/>
              </a:rPr>
              <a:t>Guidelines on systemic risks to electoral processes.</a:t>
            </a:r>
          </a:p>
        </p:txBody>
      </p:sp>
      <p:sp>
        <p:nvSpPr>
          <p:cNvPr id="26" name="text-25">
            <a:extLst xmlns:a="http://schemas.openxmlformats.org/drawingml/2006/main">
              <a:ext uri="{FF2B5EF4-FFF2-40B4-BE49-F238E27FC236}">
                <a16:creationId xmlns:a16="http://schemas.microsoft.com/office/drawing/2014/main" id="{7B64BC25-4A7B-4FB6-89D2-4CCEDFD8D806}"/>
              </a:ext>
            </a:extLst>
          </p:cNvPr>
          <p:cNvSpPr>
            <a:spLocks xmlns:a="http://schemas.openxmlformats.org/drawingml/2006/main" noGrp="1"/>
          </p:cNvSpPr>
          <p:nvPr/>
        </p:nvSpPr>
        <p:spPr>
          <a:xfrm xmlns:a="http://schemas.openxmlformats.org/drawingml/2006/main">
            <a:off x="609600" y="5648325"/>
            <a:ext cx="10915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46570"/>
                </a:solidFill>
                <a:latin typeface="DejaVu Sans"/>
                <a:ea typeface="DejaVu Sans"/>
                <a:cs typeface="DejaVu Sans"/>
              </a:defRPr>
            </a:defPPr>
            <a:lvl1pPr algn="l">
              <a:defRPr sz="1050" b="0">
                <a:solidFill>
                  <a:srgbClr val="546570"/>
                </a:solidFill>
                <a:latin typeface="DejaVu Sans"/>
                <a:ea typeface="DejaVu Sans"/>
                <a:cs typeface="DejaVu Sans"/>
              </a:defRPr>
            </a:lvl1pPr>
            <a:lvl2pPr algn="l">
              <a:defRPr sz="1050" b="0">
                <a:solidFill>
                  <a:srgbClr val="546570"/>
                </a:solidFill>
                <a:latin typeface="DejaVu Sans"/>
                <a:ea typeface="DejaVu Sans"/>
                <a:cs typeface="DejaVu Sans"/>
              </a:defRPr>
            </a:lvl2pPr>
            <a:lvl3pPr algn="l">
              <a:defRPr sz="1050" b="0">
                <a:solidFill>
                  <a:srgbClr val="546570"/>
                </a:solidFill>
                <a:latin typeface="DejaVu Sans"/>
                <a:ea typeface="DejaVu Sans"/>
                <a:cs typeface="DejaVu Sans"/>
              </a:defRPr>
            </a:lvl3pPr>
            <a:lvl4pPr algn="l">
              <a:defRPr sz="1050" b="0">
                <a:solidFill>
                  <a:srgbClr val="546570"/>
                </a:solidFill>
                <a:latin typeface="DejaVu Sans"/>
                <a:ea typeface="DejaVu Sans"/>
                <a:cs typeface="DejaVu Sans"/>
              </a:defRPr>
            </a:lvl4pPr>
            <a:lvl5pPr algn="l">
              <a:defRPr sz="1050" b="0">
                <a:solidFill>
                  <a:srgbClr val="546570"/>
                </a:solidFill>
                <a:latin typeface="DejaVu Sans"/>
                <a:ea typeface="DejaVu Sans"/>
                <a:cs typeface="DejaVu Sans"/>
              </a:defRPr>
            </a:lvl5pPr>
            <a:lvl6pPr algn="l">
              <a:defRPr sz="1050" b="0">
                <a:solidFill>
                  <a:srgbClr val="546570"/>
                </a:solidFill>
                <a:latin typeface="DejaVu Sans"/>
                <a:ea typeface="DejaVu Sans"/>
                <a:cs typeface="DejaVu Sans"/>
              </a:defRPr>
            </a:lvl6pPr>
            <a:lvl7pPr algn="l">
              <a:defRPr sz="1050" b="0">
                <a:solidFill>
                  <a:srgbClr val="546570"/>
                </a:solidFill>
                <a:latin typeface="DejaVu Sans"/>
                <a:ea typeface="DejaVu Sans"/>
                <a:cs typeface="DejaVu Sans"/>
              </a:defRPr>
            </a:lvl7pPr>
            <a:lvl8pPr algn="l">
              <a:defRPr sz="1050" b="0">
                <a:solidFill>
                  <a:srgbClr val="546570"/>
                </a:solidFill>
                <a:latin typeface="DejaVu Sans"/>
                <a:ea typeface="DejaVu Sans"/>
                <a:cs typeface="DejaVu Sans"/>
              </a:defRPr>
            </a:lvl8pPr>
            <a:lvl9pPr algn="l">
              <a:defRPr sz="1050" b="0">
                <a:solidFill>
                  <a:srgbClr val="546570"/>
                </a:solidFill>
                <a:latin typeface="DejaVu Sans"/>
                <a:ea typeface="DejaVu Sans"/>
                <a:cs typeface="DejaVu Sans"/>
              </a:defRPr>
            </a:lvl9pPr>
          </a:lstStyle>
          <a:p xmlns:a="http://schemas.openxmlformats.org/drawingml/2006/main">
            <a:pPr algn="l">
              <a:defRPr sz="1050" b="0">
                <a:solidFill>
                  <a:srgbClr val="546570"/>
                </a:solidFill>
                <a:latin typeface="DejaVu Sans"/>
                <a:ea typeface="DejaVu Sans"/>
                <a:cs typeface="DejaVu Sans"/>
              </a:defRPr>
            </a:pPr>
            <a:r>
              <a:rPr sz="1050" b="0">
                <a:solidFill>
                  <a:srgbClr val="546570"/>
                </a:solidFill>
                <a:latin typeface="DejaVu Sans"/>
                <a:ea typeface="DejaVu Sans"/>
                <a:cs typeface="DejaVu Sans"/>
              </a:rPr>
              <a:t>Images: David Iliff (2014), European Parliament, cropped. Adam Schultz / White House (2021), Biden, public domain.</a:t>
            </a:r>
          </a:p>
          <a:p xmlns:a="http://schemas.openxmlformats.org/drawingml/2006/main">
            <a:pPr algn="l">
              <a:defRPr sz="1050" b="0">
                <a:solidFill>
                  <a:srgbClr val="546570"/>
                </a:solidFill>
                <a:latin typeface="DejaVu Sans"/>
                <a:ea typeface="DejaVu Sans"/>
                <a:cs typeface="DejaVu Sans"/>
              </a:defRPr>
            </a:pPr>
            <a:r>
              <a:rPr sz="1050" b="0">
                <a:solidFill>
                  <a:srgbClr val="546570"/>
                </a:solidFill>
                <a:latin typeface="DejaVu Sans"/>
                <a:ea typeface="DejaVu Sans"/>
                <a:cs typeface="DejaVu Sans"/>
              </a:rPr>
              <a:t>Case images: AFP [5] and U.S. DOJ [6], source excerpts for analysis. Full sources and image links appear in the speaker notes.</a:t>
            </a:r>
          </a:p>
        </p:txBody>
      </p:sp>
      <p:sp>
        <p:nvSpPr>
          <p:cNvPr id="27" name="text-26">
            <a:extLst xmlns:a="http://schemas.openxmlformats.org/drawingml/2006/main">
              <a:ext uri="{FF2B5EF4-FFF2-40B4-BE49-F238E27FC236}">
                <a16:creationId xmlns:a16="http://schemas.microsoft.com/office/drawing/2014/main" id="{51E08DEC-82C5-4523-81C6-BF289E1FF629}"/>
              </a:ext>
            </a:extLst>
          </p:cNvPr>
          <p:cNvSpPr>
            <a:spLocks xmlns:a="http://schemas.openxmlformats.org/drawingml/2006/main" noGrp="1"/>
          </p:cNvSpPr>
          <p:nvPr/>
        </p:nvSpPr>
        <p:spPr>
          <a:xfrm xmlns:a="http://schemas.openxmlformats.org/drawingml/2006/main">
            <a:off x="609600" y="60769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46570"/>
                </a:solidFill>
                <a:latin typeface="DejaVu Sans"/>
                <a:ea typeface="DejaVu Sans"/>
                <a:cs typeface="DejaVu Sans"/>
              </a:defRPr>
            </a:defPPr>
            <a:lvl1pPr algn="l">
              <a:defRPr sz="975" b="0">
                <a:solidFill>
                  <a:srgbClr val="546570"/>
                </a:solidFill>
                <a:latin typeface="DejaVu Sans"/>
                <a:ea typeface="DejaVu Sans"/>
                <a:cs typeface="DejaVu Sans"/>
              </a:defRPr>
            </a:lvl1pPr>
            <a:lvl2pPr algn="l">
              <a:defRPr sz="975" b="0">
                <a:solidFill>
                  <a:srgbClr val="546570"/>
                </a:solidFill>
                <a:latin typeface="DejaVu Sans"/>
                <a:ea typeface="DejaVu Sans"/>
                <a:cs typeface="DejaVu Sans"/>
              </a:defRPr>
            </a:lvl2pPr>
            <a:lvl3pPr algn="l">
              <a:defRPr sz="975" b="0">
                <a:solidFill>
                  <a:srgbClr val="546570"/>
                </a:solidFill>
                <a:latin typeface="DejaVu Sans"/>
                <a:ea typeface="DejaVu Sans"/>
                <a:cs typeface="DejaVu Sans"/>
              </a:defRPr>
            </a:lvl3pPr>
            <a:lvl4pPr algn="l">
              <a:defRPr sz="975" b="0">
                <a:solidFill>
                  <a:srgbClr val="546570"/>
                </a:solidFill>
                <a:latin typeface="DejaVu Sans"/>
                <a:ea typeface="DejaVu Sans"/>
                <a:cs typeface="DejaVu Sans"/>
              </a:defRPr>
            </a:lvl4pPr>
            <a:lvl5pPr algn="l">
              <a:defRPr sz="975" b="0">
                <a:solidFill>
                  <a:srgbClr val="546570"/>
                </a:solidFill>
                <a:latin typeface="DejaVu Sans"/>
                <a:ea typeface="DejaVu Sans"/>
                <a:cs typeface="DejaVu Sans"/>
              </a:defRPr>
            </a:lvl5pPr>
            <a:lvl6pPr algn="l">
              <a:defRPr sz="975" b="0">
                <a:solidFill>
                  <a:srgbClr val="546570"/>
                </a:solidFill>
                <a:latin typeface="DejaVu Sans"/>
                <a:ea typeface="DejaVu Sans"/>
                <a:cs typeface="DejaVu Sans"/>
              </a:defRPr>
            </a:lvl6pPr>
            <a:lvl7pPr algn="l">
              <a:defRPr sz="975" b="0">
                <a:solidFill>
                  <a:srgbClr val="546570"/>
                </a:solidFill>
                <a:latin typeface="DejaVu Sans"/>
                <a:ea typeface="DejaVu Sans"/>
                <a:cs typeface="DejaVu Sans"/>
              </a:defRPr>
            </a:lvl7pPr>
            <a:lvl8pPr algn="l">
              <a:defRPr sz="975" b="0">
                <a:solidFill>
                  <a:srgbClr val="546570"/>
                </a:solidFill>
                <a:latin typeface="DejaVu Sans"/>
                <a:ea typeface="DejaVu Sans"/>
                <a:cs typeface="DejaVu Sans"/>
              </a:defRPr>
            </a:lvl8pPr>
            <a:lvl9pPr algn="l">
              <a:defRPr sz="975" b="0">
                <a:solidFill>
                  <a:srgbClr val="546570"/>
                </a:solidFill>
                <a:latin typeface="DejaVu Sans"/>
                <a:ea typeface="DejaVu Sans"/>
                <a:cs typeface="DejaVu Sans"/>
              </a:defRPr>
            </a:lvl9pPr>
          </a:lstStyle>
          <a:p xmlns:a="http://schemas.openxmlformats.org/drawingml/2006/main">
            <a:pPr algn="l">
              <a:defRPr sz="975" b="0">
                <a:solidFill>
                  <a:srgbClr val="546570"/>
                </a:solidFill>
                <a:latin typeface="DejaVu Sans"/>
                <a:ea typeface="DejaVu Sans"/>
                <a:cs typeface="DejaVu Sans"/>
              </a:defRPr>
            </a:pPr>
            <a:r>
              <a:rPr sz="975">
                <a:solidFill>
                  <a:srgbClr val="546570"/>
                </a:solidFill>
                <a:latin typeface="DejaVu Sans"/>
                <a:ea typeface="DejaVu Sans"/>
                <a:cs typeface="DejaVu Sans"/>
                <a:hlinkClick xmlns:r="http://schemas.openxmlformats.org/officeDocument/2006/relationships" r:id="R573125ef24c34006"/>
              </a:rPr>
              <a:t>Parliament photograph: CC BY-SA 3.0. creativecommons.org/licenses/by-sa/3.0/</a:t>
            </a:r>
          </a:p>
        </p:txBody>
      </p:sp>
      <p:sp>
        <p:nvSpPr>
          <p:cNvPr id="28" name="text-27">
            <a:extLst xmlns:a="http://schemas.openxmlformats.org/drawingml/2006/main">
              <a:ext uri="{FF2B5EF4-FFF2-40B4-BE49-F238E27FC236}">
                <a16:creationId xmlns:a16="http://schemas.microsoft.com/office/drawing/2014/main" id="{13E323AE-86C8-411E-987D-8B1E9804D4F9}"/>
              </a:ext>
            </a:extLst>
          </p:cNvPr>
          <p:cNvSpPr>
            <a:spLocks xmlns:a="http://schemas.openxmlformats.org/drawingml/2006/main" noGrp="1"/>
          </p:cNvSpPr>
          <p:nvPr/>
        </p:nvSpPr>
        <p:spPr>
          <a:xfrm xmlns:a="http://schemas.openxmlformats.org/drawingml/2006/main">
            <a:off x="609600" y="631507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46570"/>
                </a:solidFill>
                <a:latin typeface="DejaVu Sans"/>
                <a:ea typeface="DejaVu Sans"/>
                <a:cs typeface="DejaVu Sans"/>
              </a:defRPr>
            </a:defPPr>
            <a:lvl1pPr algn="l">
              <a:defRPr sz="975" b="0">
                <a:solidFill>
                  <a:srgbClr val="546570"/>
                </a:solidFill>
                <a:latin typeface="DejaVu Sans"/>
                <a:ea typeface="DejaVu Sans"/>
                <a:cs typeface="DejaVu Sans"/>
              </a:defRPr>
            </a:lvl1pPr>
            <a:lvl2pPr algn="l">
              <a:defRPr sz="975" b="0">
                <a:solidFill>
                  <a:srgbClr val="546570"/>
                </a:solidFill>
                <a:latin typeface="DejaVu Sans"/>
                <a:ea typeface="DejaVu Sans"/>
                <a:cs typeface="DejaVu Sans"/>
              </a:defRPr>
            </a:lvl2pPr>
            <a:lvl3pPr algn="l">
              <a:defRPr sz="975" b="0">
                <a:solidFill>
                  <a:srgbClr val="546570"/>
                </a:solidFill>
                <a:latin typeface="DejaVu Sans"/>
                <a:ea typeface="DejaVu Sans"/>
                <a:cs typeface="DejaVu Sans"/>
              </a:defRPr>
            </a:lvl3pPr>
            <a:lvl4pPr algn="l">
              <a:defRPr sz="975" b="0">
                <a:solidFill>
                  <a:srgbClr val="546570"/>
                </a:solidFill>
                <a:latin typeface="DejaVu Sans"/>
                <a:ea typeface="DejaVu Sans"/>
                <a:cs typeface="DejaVu Sans"/>
              </a:defRPr>
            </a:lvl4pPr>
            <a:lvl5pPr algn="l">
              <a:defRPr sz="975" b="0">
                <a:solidFill>
                  <a:srgbClr val="546570"/>
                </a:solidFill>
                <a:latin typeface="DejaVu Sans"/>
                <a:ea typeface="DejaVu Sans"/>
                <a:cs typeface="DejaVu Sans"/>
              </a:defRPr>
            </a:lvl5pPr>
            <a:lvl6pPr algn="l">
              <a:defRPr sz="975" b="0">
                <a:solidFill>
                  <a:srgbClr val="546570"/>
                </a:solidFill>
                <a:latin typeface="DejaVu Sans"/>
                <a:ea typeface="DejaVu Sans"/>
                <a:cs typeface="DejaVu Sans"/>
              </a:defRPr>
            </a:lvl6pPr>
            <a:lvl7pPr algn="l">
              <a:defRPr sz="975" b="0">
                <a:solidFill>
                  <a:srgbClr val="546570"/>
                </a:solidFill>
                <a:latin typeface="DejaVu Sans"/>
                <a:ea typeface="DejaVu Sans"/>
                <a:cs typeface="DejaVu Sans"/>
              </a:defRPr>
            </a:lvl7pPr>
            <a:lvl8pPr algn="l">
              <a:defRPr sz="975" b="0">
                <a:solidFill>
                  <a:srgbClr val="546570"/>
                </a:solidFill>
                <a:latin typeface="DejaVu Sans"/>
                <a:ea typeface="DejaVu Sans"/>
                <a:cs typeface="DejaVu Sans"/>
              </a:defRPr>
            </a:lvl8pPr>
            <a:lvl9pPr algn="l">
              <a:defRPr sz="975" b="0">
                <a:solidFill>
                  <a:srgbClr val="546570"/>
                </a:solidFill>
                <a:latin typeface="DejaVu Sans"/>
                <a:ea typeface="DejaVu Sans"/>
                <a:cs typeface="DejaVu Sans"/>
              </a:defRPr>
            </a:lvl9pPr>
          </a:lstStyle>
          <a:p xmlns:a="http://schemas.openxmlformats.org/drawingml/2006/main">
            <a:pPr algn="l">
              <a:defRPr sz="975" b="0">
                <a:solidFill>
                  <a:srgbClr val="546570"/>
                </a:solidFill>
                <a:latin typeface="DejaVu Sans"/>
                <a:ea typeface="DejaVu Sans"/>
                <a:cs typeface="DejaVu Sans"/>
              </a:defRPr>
            </a:pPr>
            <a:r>
              <a:rPr sz="975" b="0">
                <a:solidFill>
                  <a:srgbClr val="546570"/>
                </a:solidFill>
                <a:latin typeface="DejaVu Sans"/>
                <a:ea typeface="DejaVu Sans"/>
                <a:cs typeface="DejaVu Sans"/>
              </a:rPr>
              <a:t>Sources accessed 20 October 2026. Documented events, authorities’ attribution and our ethical assessments are distinguished.</a:t>
            </a:r>
          </a:p>
        </p:txBody>
      </p:sp>
    </p:spTree>
    <p:extLst>
      <p:ext uri="{BB962C8B-B14F-4D97-AF65-F5344CB8AC3E}">
        <p14:creationId xmlns:p14="http://schemas.microsoft.com/office/powerpoint/2010/main" val="124483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2026-10-20T11:24:36.9960000Z</dcterms:created>
  <dcterms:modified xsi:type="dcterms:W3CDTF">2026-10-20T11:24:36.9960000Z</dcterms:modified>
</coreProperties>
</file>